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3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5" r:id="rId10"/>
    <p:sldId id="264" r:id="rId11"/>
  </p:sldIdLst>
  <p:sldSz cx="12192000" cy="6858000"/>
  <p:notesSz cx="6858000" cy="9144000"/>
  <p:defaultTextStyle>
    <a:defPPr>
      <a:defRPr lang="it-CH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21" autoAdjust="0"/>
    <p:restoredTop sz="94660"/>
  </p:normalViewPr>
  <p:slideViewPr>
    <p:cSldViewPr snapToGrid="0">
      <p:cViewPr varScale="1">
        <p:scale>
          <a:sx n="111" d="100"/>
          <a:sy n="111" d="100"/>
        </p:scale>
        <p:origin x="58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ntestazion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it-CH"/>
          </a:p>
        </p:txBody>
      </p:sp>
      <p:sp>
        <p:nvSpPr>
          <p:cNvPr id="3" name="Segnaposto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B4160AF-3DAA-449C-912E-5476324F9C2A}" type="datetimeFigureOut">
              <a:rPr lang="it-CH" smtClean="0"/>
              <a:t>18.01.2026</a:t>
            </a:fld>
            <a:endParaRPr lang="it-CH"/>
          </a:p>
        </p:txBody>
      </p:sp>
      <p:sp>
        <p:nvSpPr>
          <p:cNvPr id="4" name="Segnaposto immagin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it-CH"/>
          </a:p>
        </p:txBody>
      </p:sp>
      <p:sp>
        <p:nvSpPr>
          <p:cNvPr id="5" name="Segnaposto note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it-CH"/>
          </a:p>
        </p:txBody>
      </p:sp>
      <p:sp>
        <p:nvSpPr>
          <p:cNvPr id="6" name="Segnaposto piè di pa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it-CH"/>
          </a:p>
        </p:txBody>
      </p:sp>
      <p:sp>
        <p:nvSpPr>
          <p:cNvPr id="7" name="Segnaposto numero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A853F54-F3E2-4B1F-8E92-73A1B8BCB2D7}" type="slidenum">
              <a:rPr lang="it-CH" smtClean="0"/>
              <a:t>‹N›</a:t>
            </a:fld>
            <a:endParaRPr lang="it-CH"/>
          </a:p>
        </p:txBody>
      </p:sp>
    </p:spTree>
    <p:extLst>
      <p:ext uri="{BB962C8B-B14F-4D97-AF65-F5344CB8AC3E}">
        <p14:creationId xmlns:p14="http://schemas.microsoft.com/office/powerpoint/2010/main" val="160357338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it-IT" dirty="0"/>
              <a:t>La patch è costruita su quattro </a:t>
            </a:r>
            <a:r>
              <a:rPr lang="it-IT" dirty="0" err="1"/>
              <a:t>cue</a:t>
            </a:r>
            <a:r>
              <a:rPr lang="it-IT" dirty="0"/>
              <a:t> che ho immaginato come dei piccoli movimenti</a:t>
            </a:r>
          </a:p>
          <a:p>
            <a:endParaRPr lang="it-IT" dirty="0"/>
          </a:p>
          <a:p>
            <a:r>
              <a:rPr lang="it-IT" dirty="0"/>
              <a:t>Nella patch principale ci sono anche i controlli con le </a:t>
            </a:r>
            <a:r>
              <a:rPr lang="it-IT" dirty="0" err="1"/>
              <a:t>shortcuts</a:t>
            </a:r>
            <a:r>
              <a:rPr lang="it-IT" dirty="0"/>
              <a:t> da tastiera, e i buffer</a:t>
            </a:r>
          </a:p>
          <a:p>
            <a:endParaRPr lang="it-IT" dirty="0"/>
          </a:p>
          <a:p>
            <a:r>
              <a:rPr lang="it-IT" dirty="0"/>
              <a:t>I colori dei cavi (non segnale) sono colorati in modo che:</a:t>
            </a:r>
          </a:p>
          <a:p>
            <a:pPr marL="228600" indent="-228600">
              <a:buAutoNum type="arabicPeriod"/>
            </a:pPr>
            <a:r>
              <a:rPr lang="it-IT" dirty="0"/>
              <a:t>Blu vuol dire reset</a:t>
            </a:r>
          </a:p>
          <a:p>
            <a:pPr marL="228600" indent="-228600">
              <a:buAutoNum type="arabicPeriod"/>
            </a:pPr>
            <a:r>
              <a:rPr lang="it-IT" dirty="0"/>
              <a:t>Magenta vuol dire </a:t>
            </a:r>
            <a:r>
              <a:rPr lang="it-IT" dirty="0" err="1"/>
              <a:t>next</a:t>
            </a:r>
            <a:r>
              <a:rPr lang="it-IT" dirty="0"/>
              <a:t> </a:t>
            </a:r>
            <a:r>
              <a:rPr lang="it-IT" dirty="0" err="1"/>
              <a:t>cue</a:t>
            </a:r>
            <a:endParaRPr lang="it-CH" dirty="0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A853F54-F3E2-4B1F-8E92-73A1B8BCB2D7}" type="slidenum">
              <a:rPr lang="it-CH" smtClean="0"/>
              <a:t>2</a:t>
            </a:fld>
            <a:endParaRPr lang="it-CH"/>
          </a:p>
        </p:txBody>
      </p:sp>
    </p:spTree>
    <p:extLst>
      <p:ext uri="{BB962C8B-B14F-4D97-AF65-F5344CB8AC3E}">
        <p14:creationId xmlns:p14="http://schemas.microsoft.com/office/powerpoint/2010/main" val="422839394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it-IT" dirty="0"/>
              <a:t>Non il miglior </a:t>
            </a:r>
            <a:r>
              <a:rPr lang="it-IT" dirty="0" err="1"/>
              <a:t>cue</a:t>
            </a:r>
            <a:r>
              <a:rPr lang="it-IT" dirty="0"/>
              <a:t> manager, ma fa il suo dovere. Va avanti da solo, ma si può controllare anche da tastiera</a:t>
            </a:r>
            <a:endParaRPr lang="it-CH" dirty="0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A853F54-F3E2-4B1F-8E92-73A1B8BCB2D7}" type="slidenum">
              <a:rPr lang="it-CH" smtClean="0"/>
              <a:t>3</a:t>
            </a:fld>
            <a:endParaRPr lang="it-CH"/>
          </a:p>
        </p:txBody>
      </p:sp>
    </p:spTree>
    <p:extLst>
      <p:ext uri="{BB962C8B-B14F-4D97-AF65-F5344CB8AC3E}">
        <p14:creationId xmlns:p14="http://schemas.microsoft.com/office/powerpoint/2010/main" val="266623546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it-IT" dirty="0"/>
              <a:t>Prima </a:t>
            </a:r>
            <a:r>
              <a:rPr lang="it-IT" dirty="0" err="1"/>
              <a:t>cue</a:t>
            </a:r>
            <a:r>
              <a:rPr lang="it-IT" dirty="0"/>
              <a:t> controllata completamente da una </a:t>
            </a:r>
            <a:r>
              <a:rPr lang="it-IT" dirty="0" err="1"/>
              <a:t>bach.roll</a:t>
            </a:r>
            <a:r>
              <a:rPr lang="it-IT" dirty="0"/>
              <a:t>:</a:t>
            </a:r>
          </a:p>
          <a:p>
            <a:endParaRPr lang="it-IT" dirty="0"/>
          </a:p>
          <a:p>
            <a:pPr marL="228600" indent="-228600">
              <a:buAutoNum type="arabicPeriod"/>
            </a:pPr>
            <a:r>
              <a:rPr lang="it-IT" dirty="0"/>
              <a:t>Le note e le voci per [</a:t>
            </a:r>
            <a:r>
              <a:rPr lang="it-IT" b="1" dirty="0" err="1"/>
              <a:t>poly</a:t>
            </a:r>
            <a:r>
              <a:rPr lang="it-IT" b="1" dirty="0"/>
              <a:t>~</a:t>
            </a:r>
            <a:r>
              <a:rPr lang="it-IT" dirty="0"/>
              <a:t>] corrispondono alle voci di </a:t>
            </a:r>
            <a:r>
              <a:rPr lang="it-IT" dirty="0" err="1"/>
              <a:t>bach</a:t>
            </a:r>
            <a:endParaRPr lang="it-IT" dirty="0"/>
          </a:p>
          <a:p>
            <a:pPr marL="228600" indent="-228600">
              <a:buAutoNum type="arabicPeriod"/>
            </a:pPr>
            <a:r>
              <a:rPr lang="it-IT" dirty="0"/>
              <a:t>Lo slot 1 controlla una curva</a:t>
            </a:r>
          </a:p>
          <a:p>
            <a:pPr marL="228600" indent="-228600">
              <a:buAutoNum type="arabicPeriod"/>
            </a:pPr>
            <a:r>
              <a:rPr lang="it-IT" dirty="0"/>
              <a:t>I marker gestiscono gli eventi temporizzati</a:t>
            </a:r>
          </a:p>
          <a:p>
            <a:pPr marL="228600" indent="-228600">
              <a:buAutoNum type="arabicPeriod"/>
            </a:pPr>
            <a:endParaRPr lang="it-IT" dirty="0"/>
          </a:p>
          <a:p>
            <a:pPr marL="0" indent="0">
              <a:buNone/>
            </a:pPr>
            <a:r>
              <a:rPr lang="it-IT" dirty="0"/>
              <a:t>Nelle </a:t>
            </a:r>
            <a:r>
              <a:rPr lang="it-IT" dirty="0" err="1"/>
              <a:t>cues</a:t>
            </a:r>
            <a:r>
              <a:rPr lang="it-IT" dirty="0"/>
              <a:t> i colori stanno per:</a:t>
            </a:r>
          </a:p>
          <a:p>
            <a:pPr marL="228600" indent="-228600">
              <a:buAutoNum type="arabicPeriod"/>
            </a:pPr>
            <a:r>
              <a:rPr lang="it-IT" dirty="0"/>
              <a:t>Verde = start</a:t>
            </a:r>
          </a:p>
          <a:p>
            <a:pPr marL="228600" indent="-228600">
              <a:buAutoNum type="arabicPeriod"/>
            </a:pPr>
            <a:r>
              <a:rPr lang="it-IT" dirty="0"/>
              <a:t>Rosso = stop</a:t>
            </a:r>
          </a:p>
          <a:p>
            <a:pPr marL="228600" indent="-228600">
              <a:buAutoNum type="arabicPeriod"/>
            </a:pPr>
            <a:r>
              <a:rPr lang="it-IT" dirty="0"/>
              <a:t>Magenta = </a:t>
            </a:r>
            <a:r>
              <a:rPr lang="it-IT" dirty="0" err="1"/>
              <a:t>next</a:t>
            </a:r>
            <a:r>
              <a:rPr lang="it-IT" dirty="0"/>
              <a:t> </a:t>
            </a:r>
            <a:r>
              <a:rPr lang="it-IT" dirty="0" err="1"/>
              <a:t>cue</a:t>
            </a:r>
            <a:endParaRPr lang="it-CH" dirty="0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A853F54-F3E2-4B1F-8E92-73A1B8BCB2D7}" type="slidenum">
              <a:rPr lang="it-CH" smtClean="0"/>
              <a:t>4</a:t>
            </a:fld>
            <a:endParaRPr lang="it-CH"/>
          </a:p>
        </p:txBody>
      </p:sp>
    </p:spTree>
    <p:extLst>
      <p:ext uri="{BB962C8B-B14F-4D97-AF65-F5344CB8AC3E}">
        <p14:creationId xmlns:p14="http://schemas.microsoft.com/office/powerpoint/2010/main" val="239927043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it-IT" dirty="0"/>
              <a:t>Qua [</a:t>
            </a:r>
            <a:r>
              <a:rPr lang="it-IT" b="1" dirty="0" err="1"/>
              <a:t>poly</a:t>
            </a:r>
            <a:r>
              <a:rPr lang="it-IT" b="1" dirty="0"/>
              <a:t>~] </a:t>
            </a:r>
            <a:r>
              <a:rPr lang="it-IT" b="0" dirty="0"/>
              <a:t>è usato nel suo uso più letterale, per la polifonia. Non cercavo un </a:t>
            </a:r>
            <a:r>
              <a:rPr lang="it-IT" b="0" dirty="0" err="1"/>
              <a:t>un</a:t>
            </a:r>
            <a:r>
              <a:rPr lang="it-IT" b="0" dirty="0"/>
              <a:t> timbro complesso, al contrario, per valorizzare al massimo i battimenti volevo il suono più puro possibile</a:t>
            </a:r>
            <a:endParaRPr lang="it-CH" b="1" dirty="0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A853F54-F3E2-4B1F-8E92-73A1B8BCB2D7}" type="slidenum">
              <a:rPr lang="it-CH" smtClean="0"/>
              <a:t>5</a:t>
            </a:fld>
            <a:endParaRPr lang="it-CH"/>
          </a:p>
        </p:txBody>
      </p:sp>
    </p:spTree>
    <p:extLst>
      <p:ext uri="{BB962C8B-B14F-4D97-AF65-F5344CB8AC3E}">
        <p14:creationId xmlns:p14="http://schemas.microsoft.com/office/powerpoint/2010/main" val="415746273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it-IT" dirty="0"/>
              <a:t>Qui si inizia con un white </a:t>
            </a:r>
            <a:r>
              <a:rPr lang="it-IT" dirty="0" err="1"/>
              <a:t>noise</a:t>
            </a:r>
            <a:r>
              <a:rPr lang="it-IT" dirty="0"/>
              <a:t> che viene filtrato da [</a:t>
            </a:r>
            <a:r>
              <a:rPr lang="it-IT" b="1" dirty="0" err="1"/>
              <a:t>reson</a:t>
            </a:r>
            <a:r>
              <a:rPr lang="it-IT" b="1" dirty="0"/>
              <a:t>~</a:t>
            </a:r>
            <a:r>
              <a:rPr lang="it-IT" b="0" dirty="0"/>
              <a:t>] automatizzato da delle funzioni. La durata del white </a:t>
            </a:r>
            <a:r>
              <a:rPr lang="it-IT" b="0" dirty="0" err="1"/>
              <a:t>noise</a:t>
            </a:r>
            <a:r>
              <a:rPr lang="it-IT" b="0" dirty="0"/>
              <a:t> è a piacere, visto che, come altre cose, l’ho costruito in modo che mantenesse la sua forma scalandolo su misure diverse.</a:t>
            </a:r>
            <a:endParaRPr lang="it-CH" dirty="0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A853F54-F3E2-4B1F-8E92-73A1B8BCB2D7}" type="slidenum">
              <a:rPr lang="it-CH" smtClean="0"/>
              <a:t>6</a:t>
            </a:fld>
            <a:endParaRPr lang="it-CH"/>
          </a:p>
        </p:txBody>
      </p:sp>
    </p:spTree>
    <p:extLst>
      <p:ext uri="{BB962C8B-B14F-4D97-AF65-F5344CB8AC3E}">
        <p14:creationId xmlns:p14="http://schemas.microsoft.com/office/powerpoint/2010/main" val="42241474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it-IT" dirty="0"/>
              <a:t>Nella seconda parte ho utilizzato le funzioni per modificare un audio di una centrale di polizia</a:t>
            </a:r>
          </a:p>
          <a:p>
            <a:endParaRPr lang="it-IT" dirty="0"/>
          </a:p>
          <a:p>
            <a:r>
              <a:rPr lang="it-IT" dirty="0"/>
              <a:t>Qui viene modificata la velocità di riproduzione, il pan, e man mano nel tempo l’audio viene moltiplicato a una sinusoide.</a:t>
            </a:r>
          </a:p>
          <a:p>
            <a:endParaRPr lang="it-IT" dirty="0"/>
          </a:p>
          <a:p>
            <a:r>
              <a:rPr lang="it-IT" dirty="0"/>
              <a:t>Anche qui tutte le funzioni sono fatto sul tempo, l’unica che ho disegnato a mano è il pan (interessante </a:t>
            </a:r>
            <a:r>
              <a:rPr lang="it-IT" dirty="0" err="1"/>
              <a:t>experience</a:t>
            </a:r>
            <a:r>
              <a:rPr lang="it-IT" dirty="0"/>
              <a:t>, voglio fare più cose col pan)</a:t>
            </a:r>
            <a:endParaRPr lang="it-CH" dirty="0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A853F54-F3E2-4B1F-8E92-73A1B8BCB2D7}" type="slidenum">
              <a:rPr lang="it-CH" smtClean="0"/>
              <a:t>7</a:t>
            </a:fld>
            <a:endParaRPr lang="it-CH"/>
          </a:p>
        </p:txBody>
      </p:sp>
    </p:spTree>
    <p:extLst>
      <p:ext uri="{BB962C8B-B14F-4D97-AF65-F5344CB8AC3E}">
        <p14:creationId xmlns:p14="http://schemas.microsoft.com/office/powerpoint/2010/main" val="296796409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it-IT" dirty="0"/>
              <a:t>Il </a:t>
            </a:r>
            <a:r>
              <a:rPr lang="it-IT" dirty="0" err="1"/>
              <a:t>cue</a:t>
            </a:r>
            <a:r>
              <a:rPr lang="it-IT" dirty="0"/>
              <a:t> 3 è di nuovo su un audio della polizia, ma questa volta ho cercato di ricreare un effetto che mi piace molto, che è il package </a:t>
            </a:r>
            <a:r>
              <a:rPr lang="it-IT" dirty="0" err="1"/>
              <a:t>loss</a:t>
            </a:r>
            <a:r>
              <a:rPr lang="it-IT" dirty="0"/>
              <a:t> e il package </a:t>
            </a:r>
            <a:r>
              <a:rPr lang="it-IT" dirty="0" err="1"/>
              <a:t>repeat</a:t>
            </a:r>
            <a:r>
              <a:rPr lang="it-IT" dirty="0"/>
              <a:t>.</a:t>
            </a:r>
          </a:p>
          <a:p>
            <a:endParaRPr lang="it-IT" dirty="0"/>
          </a:p>
          <a:p>
            <a:r>
              <a:rPr lang="it-IT" dirty="0"/>
              <a:t>Non è venuto esattamente come lo volevo, ma è vicino a quello che immaginavo.</a:t>
            </a:r>
            <a:endParaRPr lang="it-CH" dirty="0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A853F54-F3E2-4B1F-8E92-73A1B8BCB2D7}" type="slidenum">
              <a:rPr lang="it-CH" smtClean="0"/>
              <a:t>8</a:t>
            </a:fld>
            <a:endParaRPr lang="it-CH"/>
          </a:p>
        </p:txBody>
      </p:sp>
    </p:spTree>
    <p:extLst>
      <p:ext uri="{BB962C8B-B14F-4D97-AF65-F5344CB8AC3E}">
        <p14:creationId xmlns:p14="http://schemas.microsoft.com/office/powerpoint/2010/main" val="320555432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it-IT" dirty="0"/>
              <a:t>Per ricreare il Package Loss ho cercato di riprodurre un qualcosa che perdesse segnale erroneamente, come se fosse una radio che non prende bene, e quindi ho dovuto cercare un modo per impedire che si perdessero troppi pacchetti</a:t>
            </a:r>
            <a:endParaRPr lang="it-CH" dirty="0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A853F54-F3E2-4B1F-8E92-73A1B8BCB2D7}" type="slidenum">
              <a:rPr lang="it-CH" smtClean="0"/>
              <a:t>9</a:t>
            </a:fld>
            <a:endParaRPr lang="it-CH"/>
          </a:p>
        </p:txBody>
      </p:sp>
    </p:spTree>
    <p:extLst>
      <p:ext uri="{BB962C8B-B14F-4D97-AF65-F5344CB8AC3E}">
        <p14:creationId xmlns:p14="http://schemas.microsoft.com/office/powerpoint/2010/main" val="421119725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it-IT" dirty="0"/>
              <a:t>Il </a:t>
            </a:r>
            <a:r>
              <a:rPr lang="it-IT" dirty="0" err="1"/>
              <a:t>Cue</a:t>
            </a:r>
            <a:r>
              <a:rPr lang="it-IT" dirty="0"/>
              <a:t> IV si occupa di riprodurre la registrazione fatta nel </a:t>
            </a:r>
            <a:r>
              <a:rPr lang="it-IT" dirty="0" err="1"/>
              <a:t>Cue</a:t>
            </a:r>
            <a:r>
              <a:rPr lang="it-IT" dirty="0"/>
              <a:t> I al contrario, cercando di ricreare anche l’effetto stile vinile che distorce l’audio con micro variazioni di velocità, che ho ottenuto sommando una sinusoide a del </a:t>
            </a:r>
            <a:r>
              <a:rPr lang="it-IT" dirty="0" err="1"/>
              <a:t>pink</a:t>
            </a:r>
            <a:r>
              <a:rPr lang="it-IT" dirty="0"/>
              <a:t> </a:t>
            </a:r>
            <a:r>
              <a:rPr lang="it-IT" dirty="0" err="1"/>
              <a:t>noise</a:t>
            </a:r>
            <a:r>
              <a:rPr lang="it-IT" dirty="0"/>
              <a:t>.</a:t>
            </a:r>
          </a:p>
          <a:p>
            <a:endParaRPr lang="it-IT" dirty="0"/>
          </a:p>
          <a:p>
            <a:r>
              <a:rPr lang="it-IT" dirty="0"/>
              <a:t>L’audio rallenta fino alla sua fine</a:t>
            </a:r>
            <a:endParaRPr lang="it-CH" dirty="0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A853F54-F3E2-4B1F-8E92-73A1B8BCB2D7}" type="slidenum">
              <a:rPr lang="it-CH" smtClean="0"/>
              <a:t>10</a:t>
            </a:fld>
            <a:endParaRPr lang="it-CH"/>
          </a:p>
        </p:txBody>
      </p:sp>
    </p:spTree>
    <p:extLst>
      <p:ext uri="{BB962C8B-B14F-4D97-AF65-F5344CB8AC3E}">
        <p14:creationId xmlns:p14="http://schemas.microsoft.com/office/powerpoint/2010/main" val="218931580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: Shape 6">
            <a:extLst>
              <a:ext uri="{FF2B5EF4-FFF2-40B4-BE49-F238E27FC236}">
                <a16:creationId xmlns:a16="http://schemas.microsoft.com/office/drawing/2014/main" id="{EA67E988-5919-57BB-C7DE-D3EAD38A30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17870" y="6209925"/>
            <a:ext cx="11155680" cy="45719"/>
          </a:xfrm>
          <a:custGeom>
            <a:avLst/>
            <a:gdLst>
              <a:gd name="connsiteX0" fmla="*/ 0 w 8715708"/>
              <a:gd name="connsiteY0" fmla="*/ 0 h 45719"/>
              <a:gd name="connsiteX1" fmla="*/ 3694525 w 8715708"/>
              <a:gd name="connsiteY1" fmla="*/ 0 h 45719"/>
              <a:gd name="connsiteX2" fmla="*/ 5021183 w 8715708"/>
              <a:gd name="connsiteY2" fmla="*/ 0 h 45719"/>
              <a:gd name="connsiteX3" fmla="*/ 8715708 w 8715708"/>
              <a:gd name="connsiteY3" fmla="*/ 0 h 45719"/>
              <a:gd name="connsiteX4" fmla="*/ 8715708 w 8715708"/>
              <a:gd name="connsiteY4" fmla="*/ 45719 h 45719"/>
              <a:gd name="connsiteX5" fmla="*/ 5021183 w 8715708"/>
              <a:gd name="connsiteY5" fmla="*/ 45719 h 45719"/>
              <a:gd name="connsiteX6" fmla="*/ 3694525 w 8715708"/>
              <a:gd name="connsiteY6" fmla="*/ 45719 h 45719"/>
              <a:gd name="connsiteX7" fmla="*/ 0 w 8715708"/>
              <a:gd name="connsiteY7" fmla="*/ 45719 h 457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8715708" h="45719">
                <a:moveTo>
                  <a:pt x="0" y="0"/>
                </a:moveTo>
                <a:lnTo>
                  <a:pt x="3694525" y="0"/>
                </a:lnTo>
                <a:lnTo>
                  <a:pt x="5021183" y="0"/>
                </a:lnTo>
                <a:lnTo>
                  <a:pt x="8715708" y="0"/>
                </a:lnTo>
                <a:lnTo>
                  <a:pt x="8715708" y="45719"/>
                </a:lnTo>
                <a:lnTo>
                  <a:pt x="5021183" y="45719"/>
                </a:lnTo>
                <a:lnTo>
                  <a:pt x="3694525" y="45719"/>
                </a:lnTo>
                <a:lnTo>
                  <a:pt x="0" y="4571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B2327B2-BA4B-2C04-0751-5CB63D4AA42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21208" y="978408"/>
            <a:ext cx="11155680" cy="3429000"/>
          </a:xfrm>
        </p:spPr>
        <p:txBody>
          <a:bodyPr anchor="t">
            <a:normAutofit/>
          </a:bodyPr>
          <a:lstStyle>
            <a:lvl1pPr algn="l">
              <a:defRPr sz="7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7201176-DC7A-4C3D-3D8F-352526DA7B5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21208" y="4480560"/>
            <a:ext cx="7104888" cy="1399032"/>
          </a:xfrm>
        </p:spPr>
        <p:txBody>
          <a:bodyPr anchor="b">
            <a:normAutofit/>
          </a:bodyPr>
          <a:lstStyle>
            <a:lvl1pPr marL="0" indent="0" algn="l">
              <a:buNone/>
              <a:defRPr sz="2200" i="1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67DC221-9A2E-7459-102F-C3CFB27CC3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1/18/2026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5020671-6F7D-3A03-EEC1-661A87F96F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453D3A-E0F9-8386-2A6C-96671FBB15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056709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A26D03-149A-DAB3-4B2A-E9B74F2E25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C1E73D-41A7-9934-0990-9208B952329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BB2A3F-E719-673C-5D56-F663712D0E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1/18/2026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4AE594A-52F5-D85E-343C-ADFEE3C72E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07D5C9C-B2E2-FC26-E459-9E880EF975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505814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29D51F-B2D5-2804-4F7C-C99850FBD0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5020056" cy="4288536"/>
          </a:xfrm>
        </p:spPr>
        <p:txBody>
          <a:bodyPr anchor="t">
            <a:normAutofit/>
          </a:bodyPr>
          <a:lstStyle>
            <a:lvl1pPr>
              <a:defRPr sz="5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5FE5516-03B6-C488-EB4A-68AE681EDFB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21208" y="5266944"/>
            <a:ext cx="5020056" cy="1088136"/>
          </a:xfrm>
        </p:spPr>
        <p:txBody>
          <a:bodyPr anchor="b">
            <a:normAutofit/>
          </a:bodyPr>
          <a:lstStyle>
            <a:lvl1pPr marL="0" indent="0">
              <a:buNone/>
              <a:defRPr sz="2200" i="1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0ECB4D7-49A7-D050-70B9-11A1E2D445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1/18/2026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A9A913F-AD00-C1EE-B01A-8590671C01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4FC386-B2AF-6FAD-D053-E22D48CD72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‹N›</a:t>
            </a:fld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E1E1B67-3BFF-F04B-52F4-7E724FB3B24D}"/>
              </a:ext>
            </a:extLst>
          </p:cNvPr>
          <p:cNvSpPr/>
          <p:nvPr/>
        </p:nvSpPr>
        <p:spPr>
          <a:xfrm>
            <a:off x="517870" y="508090"/>
            <a:ext cx="5021183" cy="14927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770243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CE3B21-CF4D-1B01-0F4E-D32C1B218B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B39FF2-6858-B514-B695-58442557D0C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21208" y="2578608"/>
            <a:ext cx="5166360" cy="376732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FA30130-974D-B91D-5B93-EC52AABDB5B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519672" y="2578608"/>
            <a:ext cx="5166360" cy="376732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15BED99-6FD7-9C6B-1152-A6E42715BB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1/18/2026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A253AAC-5967-2565-A715-82D3505ABF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4B51313-69FB-E016-3CC1-62CA476ED2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08639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B3DF9D-B849-CE37-97E4-AD37F88067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11164824" cy="1216152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9D4C626-4008-960A-E601-6AA9F4BB8D8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21208" y="2340864"/>
            <a:ext cx="5166360" cy="658368"/>
          </a:xfrm>
        </p:spPr>
        <p:txBody>
          <a:bodyPr anchor="b">
            <a:normAutofit/>
          </a:bodyPr>
          <a:lstStyle>
            <a:lvl1pPr marL="0" indent="0">
              <a:buNone/>
              <a:defRPr sz="2200" b="0" i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06E8D6C-AC07-ED6B-2EA8-9C40A5AEA74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21208" y="3035808"/>
            <a:ext cx="5166360" cy="331012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C52617E-C6D9-246B-E7B7-8159DF17C0A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519672" y="2340864"/>
            <a:ext cx="5166360" cy="658368"/>
          </a:xfrm>
        </p:spPr>
        <p:txBody>
          <a:bodyPr anchor="b">
            <a:normAutofit/>
          </a:bodyPr>
          <a:lstStyle>
            <a:lvl1pPr marL="0" indent="0">
              <a:buNone/>
              <a:defRPr sz="2200" b="0" i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DBC2094-7EBC-02C5-5AB5-233E63080A9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519672" y="3035808"/>
            <a:ext cx="5166360" cy="331012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3010BD2-59B4-FD2E-3C5E-C83AE60039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1/18/2026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72B35C4-A654-7759-BDA0-94D9D1A216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55F4347-2EC0-CA6E-2637-8048456D7E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077171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34716D-52F2-C7FB-83B1-2DA1AD375E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6F4A371-AC27-6A28-32E6-74A28371BF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1/18/2026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155941A-A24E-885D-E894-0326F4C400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9D5E5B4-971F-FF6A-1B07-A5C8537055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068190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99F431F-E6DC-4137-3092-A30A0A3628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1/18/2026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6AC814B-67B4-C70F-FA51-6205D5E2CB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1EAA9C9-D895-DD20-1089-EA75EA4289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124304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B50562-884C-9053-70C1-3B72A0B45E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5020056" cy="2459736"/>
          </a:xfrm>
        </p:spPr>
        <p:txBody>
          <a:bodyPr anchor="t">
            <a:noAutofit/>
          </a:bodyPr>
          <a:lstStyle>
            <a:lvl1pPr>
              <a:defRPr sz="4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18F509-68F0-39D5-1A8B-CE246715AE4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19672" y="987424"/>
            <a:ext cx="5166360" cy="5358384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158E37C-27CE-3A84-FC74-BDCCD8A9A3E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21208" y="3575304"/>
            <a:ext cx="5020056" cy="2770632"/>
          </a:xfrm>
        </p:spPr>
        <p:txBody>
          <a:bodyPr>
            <a:normAutofit/>
          </a:bodyPr>
          <a:lstStyle>
            <a:lvl1pPr marL="0" indent="0">
              <a:buNone/>
              <a:defRPr sz="2200" i="1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2A95F79-E23E-11D2-40BF-66ED340195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1/18/2026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457F7FC-06F3-3D89-5D1A-4EC4B1D735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554ACD5-6E0B-5713-DC9A-41E9D62AB1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898284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5B2D45-7CDB-D38C-2AAE-273F797674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5020056" cy="2459736"/>
          </a:xfrm>
        </p:spPr>
        <p:txBody>
          <a:bodyPr anchor="t">
            <a:noAutofit/>
          </a:bodyPr>
          <a:lstStyle>
            <a:lvl1pPr>
              <a:defRPr sz="4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CBF0855-1744-56E4-B115-3A3C5EA7834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6519672" y="987424"/>
            <a:ext cx="5166360" cy="5358384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85E8A1D-28AE-4A19-BD96-401D4822A53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21208" y="3575304"/>
            <a:ext cx="5020056" cy="2770632"/>
          </a:xfrm>
        </p:spPr>
        <p:txBody>
          <a:bodyPr>
            <a:normAutofit/>
          </a:bodyPr>
          <a:lstStyle>
            <a:lvl1pPr marL="0" indent="0">
              <a:buNone/>
              <a:defRPr sz="2200" i="1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7327DDB-CE95-4C89-DFC5-7DDBFC24E8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1/18/2026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522C835-F3B5-943C-FFC4-D5BA9666AF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8709891-6E3C-ADED-01DD-15FCED37AF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749734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C36771-E72D-FAD8-771E-3E196DD2E1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B5BB827-257D-60D9-792F-E6959004297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CE5D2E7-C856-F78A-E88C-375474982A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1/18/2026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FDAB289-9591-51C9-9E3C-B6F2ACC6A6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7FE037C-790D-7442-8E43-D2740B3952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465576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2635151-A38B-3766-6A32-FF1DF7687D9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659368" y="978408"/>
            <a:ext cx="2551176" cy="5367528"/>
          </a:xfrm>
        </p:spPr>
        <p:txBody>
          <a:bodyPr vert="eaVert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3D132D1-640C-FB9A-AD6F-D845738349F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521208" y="978408"/>
            <a:ext cx="8010144" cy="5367528"/>
          </a:xfrm>
        </p:spPr>
        <p:txBody>
          <a:bodyPr vert="eaVer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955F80A-4BA7-8ED8-9A62-B921942726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1/18/2026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5E38113-D55A-A1A0-D1FE-53C95860FB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8919DDB-F89D-4B2D-21A2-82AF1D1023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‹N›</a:t>
            </a:fld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62572D8-D485-1DB1-34B1-C35C61C89940}"/>
              </a:ext>
            </a:extLst>
          </p:cNvPr>
          <p:cNvSpPr/>
          <p:nvPr/>
        </p:nvSpPr>
        <p:spPr>
          <a:xfrm rot="5400000">
            <a:off x="8936623" y="3585018"/>
            <a:ext cx="5325734" cy="14927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89074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31A28D7-6581-4956-AAE3-9104804DF5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11155680" cy="146304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3CFCCA4-57A4-08A1-FC45-D2BBA66FABF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21208" y="2578608"/>
            <a:ext cx="11155680" cy="376732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0FAA0F4-2442-8D45-3C3D-1B8F55C8683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521208" y="6419088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fld id="{E80C50CD-E178-4744-9B35-B2F624D6C5E9}" type="datetimeFigureOut">
              <a:rPr lang="en-US" smtClean="0"/>
              <a:pPr/>
              <a:t>1/18/2026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E03785E-FB42-1D54-92AC-D0A61A8FABD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21208" y="100584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CC9CF34-1274-DB45-4809-90E5D244A9A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57432" y="6419088"/>
            <a:ext cx="64008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fld id="{148CC95F-0247-41B6-91CF-DC97C76A7088}" type="slidenum">
              <a:rPr lang="en-US" smtClean="0"/>
              <a:pPr/>
              <a:t>‹N›</a:t>
            </a:fld>
            <a:endParaRPr lang="en-US"/>
          </a:p>
        </p:txBody>
      </p:sp>
      <p:sp>
        <p:nvSpPr>
          <p:cNvPr id="7" name="Freeform: Shape 6">
            <a:extLst>
              <a:ext uri="{FF2B5EF4-FFF2-40B4-BE49-F238E27FC236}">
                <a16:creationId xmlns:a16="http://schemas.microsoft.com/office/drawing/2014/main" id="{774A975B-A886-5202-0489-6965514A0D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17869" y="508090"/>
            <a:ext cx="11153214" cy="149279"/>
          </a:xfrm>
          <a:custGeom>
            <a:avLst/>
            <a:gdLst>
              <a:gd name="connsiteX0" fmla="*/ 0 w 8085002"/>
              <a:gd name="connsiteY0" fmla="*/ 0 h 149279"/>
              <a:gd name="connsiteX1" fmla="*/ 8085002 w 8085002"/>
              <a:gd name="connsiteY1" fmla="*/ 0 h 149279"/>
              <a:gd name="connsiteX2" fmla="*/ 8085002 w 8085002"/>
              <a:gd name="connsiteY2" fmla="*/ 149279 h 149279"/>
              <a:gd name="connsiteX3" fmla="*/ 0 w 8085002"/>
              <a:gd name="connsiteY3" fmla="*/ 149279 h 1492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085002" h="149279">
                <a:moveTo>
                  <a:pt x="0" y="0"/>
                </a:moveTo>
                <a:lnTo>
                  <a:pt x="8085002" y="0"/>
                </a:lnTo>
                <a:lnTo>
                  <a:pt x="8085002" y="149279"/>
                </a:lnTo>
                <a:lnTo>
                  <a:pt x="0" y="14927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563018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8" r:id="rId1"/>
    <p:sldLayoutId id="2147483669" r:id="rId2"/>
    <p:sldLayoutId id="2147483670" r:id="rId3"/>
    <p:sldLayoutId id="2147483671" r:id="rId4"/>
    <p:sldLayoutId id="2147483672" r:id="rId5"/>
    <p:sldLayoutId id="2147483666" r:id="rId6"/>
    <p:sldLayoutId id="2147483662" r:id="rId7"/>
    <p:sldLayoutId id="2147483663" r:id="rId8"/>
    <p:sldLayoutId id="2147483664" r:id="rId9"/>
    <p:sldLayoutId id="2147483665" r:id="rId10"/>
    <p:sldLayoutId id="2147483667" r:id="rId11"/>
  </p:sldLayoutIdLst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44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10000"/>
        </a:lnSpc>
        <a:spcBef>
          <a:spcPts val="1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2" name="Rectangle 21">
            <a:extLst>
              <a:ext uri="{FF2B5EF4-FFF2-40B4-BE49-F238E27FC236}">
                <a16:creationId xmlns:a16="http://schemas.microsoft.com/office/drawing/2014/main" id="{FAF3766F-DEF3-4802-BB0D-7A18EDD9704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799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olo 1">
            <a:extLst>
              <a:ext uri="{FF2B5EF4-FFF2-40B4-BE49-F238E27FC236}">
                <a16:creationId xmlns:a16="http://schemas.microsoft.com/office/drawing/2014/main" id="{E3CBF29D-212D-28BD-BD44-4F82E923A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17868" y="841283"/>
            <a:ext cx="3465681" cy="2916472"/>
          </a:xfrm>
        </p:spPr>
        <p:txBody>
          <a:bodyPr anchor="b">
            <a:normAutofit/>
          </a:bodyPr>
          <a:lstStyle/>
          <a:p>
            <a:r>
              <a:rPr lang="it-IT" sz="4400" i="1" cap="small">
                <a:solidFill>
                  <a:schemeClr val="tx2"/>
                </a:solidFill>
              </a:rPr>
              <a:t>Police</a:t>
            </a:r>
            <a:br>
              <a:rPr lang="it-IT" sz="4400" i="1" cap="small">
                <a:solidFill>
                  <a:schemeClr val="tx2"/>
                </a:solidFill>
              </a:rPr>
            </a:br>
            <a:r>
              <a:rPr lang="it-IT" sz="4400" i="1" cap="small">
                <a:solidFill>
                  <a:schemeClr val="tx2"/>
                </a:solidFill>
              </a:rPr>
              <a:t>Suggestions</a:t>
            </a:r>
            <a:endParaRPr lang="it-CH" sz="4400" i="1" cap="small">
              <a:solidFill>
                <a:schemeClr val="tx2"/>
              </a:solidFill>
            </a:endParaRPr>
          </a:p>
        </p:txBody>
      </p:sp>
      <p:sp>
        <p:nvSpPr>
          <p:cNvPr id="3" name="Sottotitolo 2">
            <a:extLst>
              <a:ext uri="{FF2B5EF4-FFF2-40B4-BE49-F238E27FC236}">
                <a16:creationId xmlns:a16="http://schemas.microsoft.com/office/drawing/2014/main" id="{396B13D6-9440-268B-BB10-B1880FCB396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17868" y="4078794"/>
            <a:ext cx="3465681" cy="1900842"/>
          </a:xfrm>
        </p:spPr>
        <p:txBody>
          <a:bodyPr anchor="t">
            <a:normAutofit/>
          </a:bodyPr>
          <a:lstStyle/>
          <a:p>
            <a:r>
              <a:rPr lang="it-IT"/>
              <a:t>Progetto fine 2025</a:t>
            </a:r>
            <a:endParaRPr lang="it-CH"/>
          </a:p>
        </p:txBody>
      </p:sp>
      <p:pic>
        <p:nvPicPr>
          <p:cNvPr id="5" name="Immagine 4" descr="Immagine che contiene testo, schermata, elettronica, software&#10;&#10;Il contenuto generato dall'IA potrebbe non essere corretto.">
            <a:extLst>
              <a:ext uri="{FF2B5EF4-FFF2-40B4-BE49-F238E27FC236}">
                <a16:creationId xmlns:a16="http://schemas.microsoft.com/office/drawing/2014/main" id="{4B0E1E90-75AF-09EE-D8FB-2CB4BE6214B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7101" b="86"/>
          <a:stretch>
            <a:fillRect/>
          </a:stretch>
        </p:blipFill>
        <p:spPr>
          <a:xfrm>
            <a:off x="5782245" y="751093"/>
            <a:ext cx="4472637" cy="5254670"/>
          </a:xfrm>
          <a:prstGeom prst="rect">
            <a:avLst/>
          </a:prstGeom>
        </p:spPr>
      </p:pic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81F0C179-4DBF-6AB9-CD0B-9224A0C885A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68" y="6300216"/>
            <a:ext cx="11165482" cy="45719"/>
          </a:xfrm>
          <a:custGeom>
            <a:avLst/>
            <a:gdLst>
              <a:gd name="connsiteX0" fmla="*/ 0 w 11165482"/>
              <a:gd name="connsiteY0" fmla="*/ 0 h 45719"/>
              <a:gd name="connsiteX1" fmla="*/ 3694525 w 11165482"/>
              <a:gd name="connsiteY1" fmla="*/ 0 h 45719"/>
              <a:gd name="connsiteX2" fmla="*/ 5021183 w 11165482"/>
              <a:gd name="connsiteY2" fmla="*/ 0 h 45719"/>
              <a:gd name="connsiteX3" fmla="*/ 6144299 w 11165482"/>
              <a:gd name="connsiteY3" fmla="*/ 0 h 45719"/>
              <a:gd name="connsiteX4" fmla="*/ 8715708 w 11165482"/>
              <a:gd name="connsiteY4" fmla="*/ 0 h 45719"/>
              <a:gd name="connsiteX5" fmla="*/ 11165482 w 11165482"/>
              <a:gd name="connsiteY5" fmla="*/ 0 h 45719"/>
              <a:gd name="connsiteX6" fmla="*/ 11165482 w 11165482"/>
              <a:gd name="connsiteY6" fmla="*/ 45719 h 45719"/>
              <a:gd name="connsiteX7" fmla="*/ 8715708 w 11165482"/>
              <a:gd name="connsiteY7" fmla="*/ 45719 h 45719"/>
              <a:gd name="connsiteX8" fmla="*/ 6144299 w 11165482"/>
              <a:gd name="connsiteY8" fmla="*/ 45719 h 45719"/>
              <a:gd name="connsiteX9" fmla="*/ 5021183 w 11165482"/>
              <a:gd name="connsiteY9" fmla="*/ 45719 h 45719"/>
              <a:gd name="connsiteX10" fmla="*/ 3694525 w 11165482"/>
              <a:gd name="connsiteY10" fmla="*/ 45719 h 45719"/>
              <a:gd name="connsiteX11" fmla="*/ 0 w 11165482"/>
              <a:gd name="connsiteY11" fmla="*/ 45719 h 45719"/>
              <a:gd name="connsiteX0" fmla="*/ 0 w 11165482"/>
              <a:gd name="connsiteY0" fmla="*/ 0 h 45719"/>
              <a:gd name="connsiteX1" fmla="*/ 3694525 w 11165482"/>
              <a:gd name="connsiteY1" fmla="*/ 0 h 45719"/>
              <a:gd name="connsiteX2" fmla="*/ 6144299 w 11165482"/>
              <a:gd name="connsiteY2" fmla="*/ 0 h 45719"/>
              <a:gd name="connsiteX3" fmla="*/ 8715708 w 11165482"/>
              <a:gd name="connsiteY3" fmla="*/ 0 h 45719"/>
              <a:gd name="connsiteX4" fmla="*/ 11165482 w 11165482"/>
              <a:gd name="connsiteY4" fmla="*/ 0 h 45719"/>
              <a:gd name="connsiteX5" fmla="*/ 11165482 w 11165482"/>
              <a:gd name="connsiteY5" fmla="*/ 45719 h 45719"/>
              <a:gd name="connsiteX6" fmla="*/ 8715708 w 11165482"/>
              <a:gd name="connsiteY6" fmla="*/ 45719 h 45719"/>
              <a:gd name="connsiteX7" fmla="*/ 6144299 w 11165482"/>
              <a:gd name="connsiteY7" fmla="*/ 45719 h 45719"/>
              <a:gd name="connsiteX8" fmla="*/ 5021183 w 11165482"/>
              <a:gd name="connsiteY8" fmla="*/ 45719 h 45719"/>
              <a:gd name="connsiteX9" fmla="*/ 3694525 w 11165482"/>
              <a:gd name="connsiteY9" fmla="*/ 45719 h 45719"/>
              <a:gd name="connsiteX10" fmla="*/ 0 w 11165482"/>
              <a:gd name="connsiteY10" fmla="*/ 45719 h 45719"/>
              <a:gd name="connsiteX11" fmla="*/ 0 w 11165482"/>
              <a:gd name="connsiteY11" fmla="*/ 0 h 45719"/>
              <a:gd name="connsiteX0" fmla="*/ 0 w 11165482"/>
              <a:gd name="connsiteY0" fmla="*/ 0 h 45719"/>
              <a:gd name="connsiteX1" fmla="*/ 3694525 w 11165482"/>
              <a:gd name="connsiteY1" fmla="*/ 0 h 45719"/>
              <a:gd name="connsiteX2" fmla="*/ 6144299 w 11165482"/>
              <a:gd name="connsiteY2" fmla="*/ 0 h 45719"/>
              <a:gd name="connsiteX3" fmla="*/ 8715708 w 11165482"/>
              <a:gd name="connsiteY3" fmla="*/ 0 h 45719"/>
              <a:gd name="connsiteX4" fmla="*/ 11165482 w 11165482"/>
              <a:gd name="connsiteY4" fmla="*/ 0 h 45719"/>
              <a:gd name="connsiteX5" fmla="*/ 11165482 w 11165482"/>
              <a:gd name="connsiteY5" fmla="*/ 45719 h 45719"/>
              <a:gd name="connsiteX6" fmla="*/ 8715708 w 11165482"/>
              <a:gd name="connsiteY6" fmla="*/ 45719 h 45719"/>
              <a:gd name="connsiteX7" fmla="*/ 6144299 w 11165482"/>
              <a:gd name="connsiteY7" fmla="*/ 45719 h 45719"/>
              <a:gd name="connsiteX8" fmla="*/ 5021183 w 11165482"/>
              <a:gd name="connsiteY8" fmla="*/ 45719 h 45719"/>
              <a:gd name="connsiteX9" fmla="*/ 0 w 11165482"/>
              <a:gd name="connsiteY9" fmla="*/ 45719 h 45719"/>
              <a:gd name="connsiteX10" fmla="*/ 0 w 11165482"/>
              <a:gd name="connsiteY10" fmla="*/ 0 h 45719"/>
              <a:gd name="connsiteX0" fmla="*/ 0 w 11165482"/>
              <a:gd name="connsiteY0" fmla="*/ 0 h 45719"/>
              <a:gd name="connsiteX1" fmla="*/ 6144299 w 11165482"/>
              <a:gd name="connsiteY1" fmla="*/ 0 h 45719"/>
              <a:gd name="connsiteX2" fmla="*/ 8715708 w 11165482"/>
              <a:gd name="connsiteY2" fmla="*/ 0 h 45719"/>
              <a:gd name="connsiteX3" fmla="*/ 11165482 w 11165482"/>
              <a:gd name="connsiteY3" fmla="*/ 0 h 45719"/>
              <a:gd name="connsiteX4" fmla="*/ 11165482 w 11165482"/>
              <a:gd name="connsiteY4" fmla="*/ 45719 h 45719"/>
              <a:gd name="connsiteX5" fmla="*/ 8715708 w 11165482"/>
              <a:gd name="connsiteY5" fmla="*/ 45719 h 45719"/>
              <a:gd name="connsiteX6" fmla="*/ 6144299 w 11165482"/>
              <a:gd name="connsiteY6" fmla="*/ 45719 h 45719"/>
              <a:gd name="connsiteX7" fmla="*/ 5021183 w 11165482"/>
              <a:gd name="connsiteY7" fmla="*/ 45719 h 45719"/>
              <a:gd name="connsiteX8" fmla="*/ 0 w 11165482"/>
              <a:gd name="connsiteY8" fmla="*/ 45719 h 45719"/>
              <a:gd name="connsiteX9" fmla="*/ 0 w 11165482"/>
              <a:gd name="connsiteY9" fmla="*/ 0 h 45719"/>
              <a:gd name="connsiteX0" fmla="*/ 0 w 11165482"/>
              <a:gd name="connsiteY0" fmla="*/ 0 h 45719"/>
              <a:gd name="connsiteX1" fmla="*/ 6144299 w 11165482"/>
              <a:gd name="connsiteY1" fmla="*/ 0 h 45719"/>
              <a:gd name="connsiteX2" fmla="*/ 8715708 w 11165482"/>
              <a:gd name="connsiteY2" fmla="*/ 0 h 45719"/>
              <a:gd name="connsiteX3" fmla="*/ 11165482 w 11165482"/>
              <a:gd name="connsiteY3" fmla="*/ 0 h 45719"/>
              <a:gd name="connsiteX4" fmla="*/ 11165482 w 11165482"/>
              <a:gd name="connsiteY4" fmla="*/ 45719 h 45719"/>
              <a:gd name="connsiteX5" fmla="*/ 8715708 w 11165482"/>
              <a:gd name="connsiteY5" fmla="*/ 45719 h 45719"/>
              <a:gd name="connsiteX6" fmla="*/ 5021183 w 11165482"/>
              <a:gd name="connsiteY6" fmla="*/ 45719 h 45719"/>
              <a:gd name="connsiteX7" fmla="*/ 0 w 11165482"/>
              <a:gd name="connsiteY7" fmla="*/ 45719 h 45719"/>
              <a:gd name="connsiteX8" fmla="*/ 0 w 11165482"/>
              <a:gd name="connsiteY8" fmla="*/ 0 h 45719"/>
              <a:gd name="connsiteX0" fmla="*/ 0 w 11165482"/>
              <a:gd name="connsiteY0" fmla="*/ 0 h 45719"/>
              <a:gd name="connsiteX1" fmla="*/ 8715708 w 11165482"/>
              <a:gd name="connsiteY1" fmla="*/ 0 h 45719"/>
              <a:gd name="connsiteX2" fmla="*/ 11165482 w 11165482"/>
              <a:gd name="connsiteY2" fmla="*/ 0 h 45719"/>
              <a:gd name="connsiteX3" fmla="*/ 11165482 w 11165482"/>
              <a:gd name="connsiteY3" fmla="*/ 45719 h 45719"/>
              <a:gd name="connsiteX4" fmla="*/ 8715708 w 11165482"/>
              <a:gd name="connsiteY4" fmla="*/ 45719 h 45719"/>
              <a:gd name="connsiteX5" fmla="*/ 5021183 w 11165482"/>
              <a:gd name="connsiteY5" fmla="*/ 45719 h 45719"/>
              <a:gd name="connsiteX6" fmla="*/ 0 w 11165482"/>
              <a:gd name="connsiteY6" fmla="*/ 45719 h 45719"/>
              <a:gd name="connsiteX7" fmla="*/ 0 w 11165482"/>
              <a:gd name="connsiteY7" fmla="*/ 0 h 45719"/>
              <a:gd name="connsiteX0" fmla="*/ 0 w 11165482"/>
              <a:gd name="connsiteY0" fmla="*/ 0 h 45719"/>
              <a:gd name="connsiteX1" fmla="*/ 8715708 w 11165482"/>
              <a:gd name="connsiteY1" fmla="*/ 0 h 45719"/>
              <a:gd name="connsiteX2" fmla="*/ 11165482 w 11165482"/>
              <a:gd name="connsiteY2" fmla="*/ 0 h 45719"/>
              <a:gd name="connsiteX3" fmla="*/ 11165482 w 11165482"/>
              <a:gd name="connsiteY3" fmla="*/ 45719 h 45719"/>
              <a:gd name="connsiteX4" fmla="*/ 8715708 w 11165482"/>
              <a:gd name="connsiteY4" fmla="*/ 45719 h 45719"/>
              <a:gd name="connsiteX5" fmla="*/ 0 w 11165482"/>
              <a:gd name="connsiteY5" fmla="*/ 45719 h 45719"/>
              <a:gd name="connsiteX6" fmla="*/ 0 w 11165482"/>
              <a:gd name="connsiteY6" fmla="*/ 0 h 45719"/>
              <a:gd name="connsiteX0" fmla="*/ 0 w 11165482"/>
              <a:gd name="connsiteY0" fmla="*/ 0 h 45719"/>
              <a:gd name="connsiteX1" fmla="*/ 8715708 w 11165482"/>
              <a:gd name="connsiteY1" fmla="*/ 0 h 45719"/>
              <a:gd name="connsiteX2" fmla="*/ 11165482 w 11165482"/>
              <a:gd name="connsiteY2" fmla="*/ 0 h 45719"/>
              <a:gd name="connsiteX3" fmla="*/ 11165482 w 11165482"/>
              <a:gd name="connsiteY3" fmla="*/ 45719 h 45719"/>
              <a:gd name="connsiteX4" fmla="*/ 0 w 11165482"/>
              <a:gd name="connsiteY4" fmla="*/ 45719 h 45719"/>
              <a:gd name="connsiteX5" fmla="*/ 0 w 11165482"/>
              <a:gd name="connsiteY5" fmla="*/ 0 h 45719"/>
              <a:gd name="connsiteX0" fmla="*/ 0 w 11165482"/>
              <a:gd name="connsiteY0" fmla="*/ 0 h 45719"/>
              <a:gd name="connsiteX1" fmla="*/ 11165482 w 11165482"/>
              <a:gd name="connsiteY1" fmla="*/ 0 h 45719"/>
              <a:gd name="connsiteX2" fmla="*/ 11165482 w 11165482"/>
              <a:gd name="connsiteY2" fmla="*/ 45719 h 45719"/>
              <a:gd name="connsiteX3" fmla="*/ 0 w 11165482"/>
              <a:gd name="connsiteY3" fmla="*/ 45719 h 45719"/>
              <a:gd name="connsiteX4" fmla="*/ 0 w 11165482"/>
              <a:gd name="connsiteY4" fmla="*/ 0 h 457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165482" h="45719">
                <a:moveTo>
                  <a:pt x="0" y="0"/>
                </a:moveTo>
                <a:lnTo>
                  <a:pt x="11165482" y="0"/>
                </a:lnTo>
                <a:lnTo>
                  <a:pt x="11165482" y="45719"/>
                </a:lnTo>
                <a:lnTo>
                  <a:pt x="0" y="45719"/>
                </a:lnTo>
                <a:lnTo>
                  <a:pt x="0" y="0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250788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E8873F53-55B7-4E34-B697-201CF2F10D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799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Bierstadt"/>
              <a:ea typeface="+mn-ea"/>
              <a:cs typeface="+mn-cs"/>
            </a:endParaRPr>
          </a:p>
        </p:txBody>
      </p:sp>
      <p:sp>
        <p:nvSpPr>
          <p:cNvPr id="2" name="Titolo 1">
            <a:extLst>
              <a:ext uri="{FF2B5EF4-FFF2-40B4-BE49-F238E27FC236}">
                <a16:creationId xmlns:a16="http://schemas.microsoft.com/office/drawing/2014/main" id="{D2D2EE46-BFB6-772F-B9B2-5E8AD28BDB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76488" y="978408"/>
            <a:ext cx="3200400" cy="2459736"/>
          </a:xfrm>
        </p:spPr>
        <p:txBody>
          <a:bodyPr anchor="b">
            <a:normAutofit/>
          </a:bodyPr>
          <a:lstStyle/>
          <a:p>
            <a:r>
              <a:rPr lang="it-IT" sz="4000" dirty="0"/>
              <a:t>Struttura della patch</a:t>
            </a:r>
            <a:endParaRPr lang="it-CH" sz="4000" dirty="0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FD90D0AA-A57E-2DE9-0CE8-B7B30687844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69" y="508090"/>
            <a:ext cx="11153214" cy="149279"/>
          </a:xfrm>
          <a:custGeom>
            <a:avLst/>
            <a:gdLst>
              <a:gd name="connsiteX0" fmla="*/ 0 w 8085002"/>
              <a:gd name="connsiteY0" fmla="*/ 0 h 149279"/>
              <a:gd name="connsiteX1" fmla="*/ 8085002 w 8085002"/>
              <a:gd name="connsiteY1" fmla="*/ 0 h 149279"/>
              <a:gd name="connsiteX2" fmla="*/ 8085002 w 8085002"/>
              <a:gd name="connsiteY2" fmla="*/ 149279 h 149279"/>
              <a:gd name="connsiteX3" fmla="*/ 0 w 8085002"/>
              <a:gd name="connsiteY3" fmla="*/ 149279 h 1492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085002" h="149279">
                <a:moveTo>
                  <a:pt x="0" y="0"/>
                </a:moveTo>
                <a:lnTo>
                  <a:pt x="8085002" y="0"/>
                </a:lnTo>
                <a:lnTo>
                  <a:pt x="8085002" y="149279"/>
                </a:lnTo>
                <a:lnTo>
                  <a:pt x="0" y="14927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Bierstadt"/>
              <a:ea typeface="+mn-ea"/>
              <a:cs typeface="+mn-cs"/>
            </a:endParaRPr>
          </a:p>
        </p:txBody>
      </p:sp>
      <p:pic>
        <p:nvPicPr>
          <p:cNvPr id="5" name="Immagine 4" descr="Immagine che contiene testo, schermata, diagramma, Piano&#10;&#10;Il contenuto generato dall'IA potrebbe non essere corretto.">
            <a:extLst>
              <a:ext uri="{FF2B5EF4-FFF2-40B4-BE49-F238E27FC236}">
                <a16:creationId xmlns:a16="http://schemas.microsoft.com/office/drawing/2014/main" id="{AF068BD7-0FD6-EF82-70CD-73FFFA2B3FFB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4684" b="-2"/>
          <a:stretch>
            <a:fillRect/>
          </a:stretch>
        </p:blipFill>
        <p:spPr>
          <a:xfrm>
            <a:off x="517864" y="970929"/>
            <a:ext cx="7534183" cy="5375076"/>
          </a:xfrm>
          <a:prstGeom prst="rect">
            <a:avLst/>
          </a:prstGeom>
        </p:spPr>
      </p:pic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C751A51D-4877-8F98-E3C7-6FE024C26C6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476488" y="3538728"/>
            <a:ext cx="3200400" cy="2816352"/>
          </a:xfrm>
        </p:spPr>
        <p:txBody>
          <a:bodyPr>
            <a:normAutofit/>
          </a:bodyPr>
          <a:lstStyle/>
          <a:p>
            <a:r>
              <a:rPr lang="it-IT" dirty="0"/>
              <a:t>4 </a:t>
            </a:r>
            <a:r>
              <a:rPr lang="it-IT" dirty="0" err="1"/>
              <a:t>Cues</a:t>
            </a:r>
            <a:endParaRPr lang="it-IT" dirty="0"/>
          </a:p>
          <a:p>
            <a:pPr lvl="1"/>
            <a:r>
              <a:rPr lang="it-IT" dirty="0"/>
              <a:t>Bach;</a:t>
            </a:r>
          </a:p>
          <a:p>
            <a:pPr lvl="1"/>
            <a:r>
              <a:rPr lang="it-IT" dirty="0"/>
              <a:t>Police;</a:t>
            </a:r>
          </a:p>
          <a:p>
            <a:pPr lvl="1"/>
            <a:r>
              <a:rPr lang="it-IT" dirty="0"/>
              <a:t>Lossy;</a:t>
            </a:r>
          </a:p>
          <a:p>
            <a:pPr lvl="1"/>
            <a:r>
              <a:rPr lang="it-IT" dirty="0"/>
              <a:t>Back.</a:t>
            </a:r>
            <a:endParaRPr lang="it-CH" dirty="0"/>
          </a:p>
        </p:txBody>
      </p:sp>
    </p:spTree>
    <p:extLst>
      <p:ext uri="{BB962C8B-B14F-4D97-AF65-F5344CB8AC3E}">
        <p14:creationId xmlns:p14="http://schemas.microsoft.com/office/powerpoint/2010/main" val="2182185097"/>
      </p:ext>
    </p:extLst>
  </p:cSld>
  <p:clrMapOvr>
    <a:masterClrMapping/>
  </p:clrMapOvr>
  <p:transition spd="slow">
    <p:push dir="d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774A975B-A886-5202-0489-6965514A0D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69" y="508090"/>
            <a:ext cx="11153214" cy="149279"/>
          </a:xfrm>
          <a:custGeom>
            <a:avLst/>
            <a:gdLst>
              <a:gd name="connsiteX0" fmla="*/ 0 w 8085002"/>
              <a:gd name="connsiteY0" fmla="*/ 0 h 149279"/>
              <a:gd name="connsiteX1" fmla="*/ 8085002 w 8085002"/>
              <a:gd name="connsiteY1" fmla="*/ 0 h 149279"/>
              <a:gd name="connsiteX2" fmla="*/ 8085002 w 8085002"/>
              <a:gd name="connsiteY2" fmla="*/ 149279 h 149279"/>
              <a:gd name="connsiteX3" fmla="*/ 0 w 8085002"/>
              <a:gd name="connsiteY3" fmla="*/ 149279 h 1492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085002" h="149279">
                <a:moveTo>
                  <a:pt x="0" y="0"/>
                </a:moveTo>
                <a:lnTo>
                  <a:pt x="8085002" y="0"/>
                </a:lnTo>
                <a:lnTo>
                  <a:pt x="8085002" y="149279"/>
                </a:lnTo>
                <a:lnTo>
                  <a:pt x="0" y="14927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EA67E988-5919-57BB-C7DE-D3EAD38A30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70" y="6209925"/>
            <a:ext cx="11155680" cy="45719"/>
          </a:xfrm>
          <a:custGeom>
            <a:avLst/>
            <a:gdLst/>
            <a:ahLst/>
            <a:cxnLst/>
            <a:rect l="l" t="t" r="r" b="b"/>
            <a:pathLst>
              <a:path w="8715708" h="45719">
                <a:moveTo>
                  <a:pt x="0" y="0"/>
                </a:moveTo>
                <a:lnTo>
                  <a:pt x="3694525" y="0"/>
                </a:lnTo>
                <a:lnTo>
                  <a:pt x="5021183" y="0"/>
                </a:lnTo>
                <a:lnTo>
                  <a:pt x="8715708" y="0"/>
                </a:lnTo>
                <a:lnTo>
                  <a:pt x="8715708" y="45719"/>
                </a:lnTo>
                <a:lnTo>
                  <a:pt x="5021183" y="45719"/>
                </a:lnTo>
                <a:lnTo>
                  <a:pt x="3694525" y="45719"/>
                </a:lnTo>
                <a:lnTo>
                  <a:pt x="0" y="4571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5820888B-4EA5-E0E8-6D52-7733E1E7745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olo 1">
            <a:extLst>
              <a:ext uri="{FF2B5EF4-FFF2-40B4-BE49-F238E27FC236}">
                <a16:creationId xmlns:a16="http://schemas.microsoft.com/office/drawing/2014/main" id="{96FF2882-87F3-E70D-ED2F-02478F37A4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3397649" cy="3303764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4800" dirty="0"/>
              <a:t>Cue manager</a:t>
            </a:r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06B5A8BF-0680-F9A7-27B1-3971EC93478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69" y="508090"/>
            <a:ext cx="11153214" cy="149279"/>
          </a:xfrm>
          <a:custGeom>
            <a:avLst/>
            <a:gdLst>
              <a:gd name="connsiteX0" fmla="*/ 0 w 8085002"/>
              <a:gd name="connsiteY0" fmla="*/ 0 h 149279"/>
              <a:gd name="connsiteX1" fmla="*/ 8085002 w 8085002"/>
              <a:gd name="connsiteY1" fmla="*/ 0 h 149279"/>
              <a:gd name="connsiteX2" fmla="*/ 8085002 w 8085002"/>
              <a:gd name="connsiteY2" fmla="*/ 149279 h 149279"/>
              <a:gd name="connsiteX3" fmla="*/ 0 w 8085002"/>
              <a:gd name="connsiteY3" fmla="*/ 149279 h 1492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085002" h="149279">
                <a:moveTo>
                  <a:pt x="0" y="0"/>
                </a:moveTo>
                <a:lnTo>
                  <a:pt x="8085002" y="0"/>
                </a:lnTo>
                <a:lnTo>
                  <a:pt x="8085002" y="149279"/>
                </a:lnTo>
                <a:lnTo>
                  <a:pt x="0" y="14927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5" name="Segnaposto contenuto 4" descr="Immagine che contiene testo, schermata, diagramma, Parallelo&#10;&#10;Il contenuto generato dall'IA potrebbe non essere corretto.">
            <a:extLst>
              <a:ext uri="{FF2B5EF4-FFF2-40B4-BE49-F238E27FC236}">
                <a16:creationId xmlns:a16="http://schemas.microsoft.com/office/drawing/2014/main" id="{C827A06D-492A-108A-ECD4-FACF165B4EE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4119154" y="965741"/>
            <a:ext cx="7551931" cy="47577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44660997"/>
      </p:ext>
    </p:extLst>
  </p:cSld>
  <p:clrMapOvr>
    <a:masterClrMapping/>
  </p:clrMapOvr>
  <p:transition spd="slow">
    <p:push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0" name="Rectangle 19">
            <a:extLst>
              <a:ext uri="{FF2B5EF4-FFF2-40B4-BE49-F238E27FC236}">
                <a16:creationId xmlns:a16="http://schemas.microsoft.com/office/drawing/2014/main" id="{E8873F53-55B7-4E34-B697-201CF2F10D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799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Bierstadt"/>
              <a:ea typeface="+mn-ea"/>
              <a:cs typeface="+mn-cs"/>
            </a:endParaRPr>
          </a:p>
        </p:txBody>
      </p:sp>
      <p:sp>
        <p:nvSpPr>
          <p:cNvPr id="2" name="Titolo 1">
            <a:extLst>
              <a:ext uri="{FF2B5EF4-FFF2-40B4-BE49-F238E27FC236}">
                <a16:creationId xmlns:a16="http://schemas.microsoft.com/office/drawing/2014/main" id="{DEE7A09F-63AD-0FDC-5E8B-CCF840A797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76488" y="978408"/>
            <a:ext cx="3200400" cy="2459736"/>
          </a:xfrm>
        </p:spPr>
        <p:txBody>
          <a:bodyPr anchor="b">
            <a:normAutofit/>
          </a:bodyPr>
          <a:lstStyle/>
          <a:p>
            <a:r>
              <a:rPr lang="it-IT" sz="4000"/>
              <a:t>Cue </a:t>
            </a:r>
            <a:r>
              <a:rPr lang="it-IT" sz="4000" dirty="0"/>
              <a:t>I</a:t>
            </a:r>
            <a:endParaRPr lang="it-CH" sz="4000" dirty="0"/>
          </a:p>
        </p:txBody>
      </p:sp>
      <p:sp>
        <p:nvSpPr>
          <p:cNvPr id="22" name="Freeform: Shape 21">
            <a:extLst>
              <a:ext uri="{FF2B5EF4-FFF2-40B4-BE49-F238E27FC236}">
                <a16:creationId xmlns:a16="http://schemas.microsoft.com/office/drawing/2014/main" id="{FD90D0AA-A57E-2DE9-0CE8-B7B30687844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69" y="508090"/>
            <a:ext cx="11153214" cy="149279"/>
          </a:xfrm>
          <a:custGeom>
            <a:avLst/>
            <a:gdLst>
              <a:gd name="connsiteX0" fmla="*/ 0 w 8085002"/>
              <a:gd name="connsiteY0" fmla="*/ 0 h 149279"/>
              <a:gd name="connsiteX1" fmla="*/ 8085002 w 8085002"/>
              <a:gd name="connsiteY1" fmla="*/ 0 h 149279"/>
              <a:gd name="connsiteX2" fmla="*/ 8085002 w 8085002"/>
              <a:gd name="connsiteY2" fmla="*/ 149279 h 149279"/>
              <a:gd name="connsiteX3" fmla="*/ 0 w 8085002"/>
              <a:gd name="connsiteY3" fmla="*/ 149279 h 1492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085002" h="149279">
                <a:moveTo>
                  <a:pt x="0" y="0"/>
                </a:moveTo>
                <a:lnTo>
                  <a:pt x="8085002" y="0"/>
                </a:lnTo>
                <a:lnTo>
                  <a:pt x="8085002" y="149279"/>
                </a:lnTo>
                <a:lnTo>
                  <a:pt x="0" y="14927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Bierstadt"/>
              <a:ea typeface="+mn-ea"/>
              <a:cs typeface="+mn-cs"/>
            </a:endParaRPr>
          </a:p>
        </p:txBody>
      </p:sp>
      <p:pic>
        <p:nvPicPr>
          <p:cNvPr id="7" name="Immagine 6" descr="Immagine che contiene testo, diagramma, Piano, schematico&#10;&#10;Il contenuto generato dall'IA potrebbe non essere corretto.">
            <a:extLst>
              <a:ext uri="{FF2B5EF4-FFF2-40B4-BE49-F238E27FC236}">
                <a16:creationId xmlns:a16="http://schemas.microsoft.com/office/drawing/2014/main" id="{12B64282-8455-E841-5D06-8B81DCEB522A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-2" r="-1794" b="3"/>
          <a:stretch>
            <a:fillRect/>
          </a:stretch>
        </p:blipFill>
        <p:spPr>
          <a:xfrm>
            <a:off x="517864" y="970929"/>
            <a:ext cx="7958624" cy="5375076"/>
          </a:xfrm>
          <a:prstGeom prst="rect">
            <a:avLst/>
          </a:prstGeom>
        </p:spPr>
      </p:pic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80C5E0F2-A2A0-1B39-0697-7865695F475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476488" y="3538728"/>
            <a:ext cx="3200400" cy="281635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it-IT"/>
              <a:t>Una [</a:t>
            </a:r>
            <a:r>
              <a:rPr lang="it-IT" b="1"/>
              <a:t>bach.roll</a:t>
            </a:r>
            <a:r>
              <a:rPr lang="it-IT"/>
              <a:t>] controlla tutte le interazioni tra gli oggetti della Cue, e l’avanzamento tra la Cue I e la Cue II</a:t>
            </a:r>
          </a:p>
          <a:p>
            <a:pPr marL="0" indent="0">
              <a:buNone/>
            </a:pPr>
            <a:endParaRPr lang="it-IT"/>
          </a:p>
          <a:p>
            <a:pPr marL="0" indent="0">
              <a:buNone/>
            </a:pPr>
            <a:r>
              <a:rPr lang="it-IT"/>
              <a:t>La Cue I viene registrata in un [</a:t>
            </a:r>
            <a:r>
              <a:rPr lang="it-IT" b="1"/>
              <a:t>buffer</a:t>
            </a:r>
            <a:r>
              <a:rPr lang="it-IT"/>
              <a:t>] per essere usata in seguito</a:t>
            </a:r>
            <a:endParaRPr lang="it-CH"/>
          </a:p>
        </p:txBody>
      </p:sp>
    </p:spTree>
    <p:extLst>
      <p:ext uri="{BB962C8B-B14F-4D97-AF65-F5344CB8AC3E}">
        <p14:creationId xmlns:p14="http://schemas.microsoft.com/office/powerpoint/2010/main" val="3273623253"/>
      </p:ext>
    </p:extLst>
  </p:cSld>
  <p:clrMapOvr>
    <a:masterClrMapping/>
  </p:clrMapOvr>
  <p:transition spd="slow">
    <p:push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774A975B-A886-5202-0489-6965514A0D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69" y="508090"/>
            <a:ext cx="11153214" cy="149279"/>
          </a:xfrm>
          <a:custGeom>
            <a:avLst/>
            <a:gdLst>
              <a:gd name="connsiteX0" fmla="*/ 0 w 8085002"/>
              <a:gd name="connsiteY0" fmla="*/ 0 h 149279"/>
              <a:gd name="connsiteX1" fmla="*/ 8085002 w 8085002"/>
              <a:gd name="connsiteY1" fmla="*/ 0 h 149279"/>
              <a:gd name="connsiteX2" fmla="*/ 8085002 w 8085002"/>
              <a:gd name="connsiteY2" fmla="*/ 149279 h 149279"/>
              <a:gd name="connsiteX3" fmla="*/ 0 w 8085002"/>
              <a:gd name="connsiteY3" fmla="*/ 149279 h 1492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085002" h="149279">
                <a:moveTo>
                  <a:pt x="0" y="0"/>
                </a:moveTo>
                <a:lnTo>
                  <a:pt x="8085002" y="0"/>
                </a:lnTo>
                <a:lnTo>
                  <a:pt x="8085002" y="149279"/>
                </a:lnTo>
                <a:lnTo>
                  <a:pt x="0" y="14927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EA67E988-5919-57BB-C7DE-D3EAD38A30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70" y="6209925"/>
            <a:ext cx="11155680" cy="45719"/>
          </a:xfrm>
          <a:custGeom>
            <a:avLst/>
            <a:gdLst/>
            <a:ahLst/>
            <a:cxnLst/>
            <a:rect l="l" t="t" r="r" b="b"/>
            <a:pathLst>
              <a:path w="8715708" h="45719">
                <a:moveTo>
                  <a:pt x="0" y="0"/>
                </a:moveTo>
                <a:lnTo>
                  <a:pt x="3694525" y="0"/>
                </a:lnTo>
                <a:lnTo>
                  <a:pt x="5021183" y="0"/>
                </a:lnTo>
                <a:lnTo>
                  <a:pt x="8715708" y="0"/>
                </a:lnTo>
                <a:lnTo>
                  <a:pt x="8715708" y="45719"/>
                </a:lnTo>
                <a:lnTo>
                  <a:pt x="5021183" y="45719"/>
                </a:lnTo>
                <a:lnTo>
                  <a:pt x="3694525" y="45719"/>
                </a:lnTo>
                <a:lnTo>
                  <a:pt x="0" y="4571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FAF3766F-DEF3-4802-BB0D-7A18EDD9704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799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olo 1">
            <a:extLst>
              <a:ext uri="{FF2B5EF4-FFF2-40B4-BE49-F238E27FC236}">
                <a16:creationId xmlns:a16="http://schemas.microsoft.com/office/drawing/2014/main" id="{077E8217-2C43-3944-26E6-A1B6C89268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7868" y="841283"/>
            <a:ext cx="3465681" cy="2916472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4800" dirty="0" err="1">
                <a:solidFill>
                  <a:schemeClr val="tx2"/>
                </a:solidFill>
              </a:rPr>
              <a:t>Struttura</a:t>
            </a:r>
            <a:r>
              <a:rPr lang="en-US" sz="4800" dirty="0">
                <a:solidFill>
                  <a:schemeClr val="tx2"/>
                </a:solidFill>
              </a:rPr>
              <a:t> di [poly~]</a:t>
            </a:r>
          </a:p>
        </p:txBody>
      </p:sp>
      <p:pic>
        <p:nvPicPr>
          <p:cNvPr id="5" name="Segnaposto contenuto 4" descr="Immagine che contiene testo, schermata, software, Software multimediale&#10;&#10;Il contenuto generato dall'IA potrebbe non essere corretto.">
            <a:extLst>
              <a:ext uri="{FF2B5EF4-FFF2-40B4-BE49-F238E27FC236}">
                <a16:creationId xmlns:a16="http://schemas.microsoft.com/office/drawing/2014/main" id="{9F30D379-A8CD-9994-32F4-2C7EB19B860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4945658" y="751093"/>
            <a:ext cx="6145812" cy="5254670"/>
          </a:xfrm>
          <a:prstGeom prst="rect">
            <a:avLst/>
          </a:prstGeom>
        </p:spPr>
      </p:pic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81F0C179-4DBF-6AB9-CD0B-9224A0C885A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68" y="6300216"/>
            <a:ext cx="11165482" cy="45719"/>
          </a:xfrm>
          <a:custGeom>
            <a:avLst/>
            <a:gdLst>
              <a:gd name="connsiteX0" fmla="*/ 0 w 11165482"/>
              <a:gd name="connsiteY0" fmla="*/ 0 h 45719"/>
              <a:gd name="connsiteX1" fmla="*/ 3694525 w 11165482"/>
              <a:gd name="connsiteY1" fmla="*/ 0 h 45719"/>
              <a:gd name="connsiteX2" fmla="*/ 5021183 w 11165482"/>
              <a:gd name="connsiteY2" fmla="*/ 0 h 45719"/>
              <a:gd name="connsiteX3" fmla="*/ 6144299 w 11165482"/>
              <a:gd name="connsiteY3" fmla="*/ 0 h 45719"/>
              <a:gd name="connsiteX4" fmla="*/ 8715708 w 11165482"/>
              <a:gd name="connsiteY4" fmla="*/ 0 h 45719"/>
              <a:gd name="connsiteX5" fmla="*/ 11165482 w 11165482"/>
              <a:gd name="connsiteY5" fmla="*/ 0 h 45719"/>
              <a:gd name="connsiteX6" fmla="*/ 11165482 w 11165482"/>
              <a:gd name="connsiteY6" fmla="*/ 45719 h 45719"/>
              <a:gd name="connsiteX7" fmla="*/ 8715708 w 11165482"/>
              <a:gd name="connsiteY7" fmla="*/ 45719 h 45719"/>
              <a:gd name="connsiteX8" fmla="*/ 6144299 w 11165482"/>
              <a:gd name="connsiteY8" fmla="*/ 45719 h 45719"/>
              <a:gd name="connsiteX9" fmla="*/ 5021183 w 11165482"/>
              <a:gd name="connsiteY9" fmla="*/ 45719 h 45719"/>
              <a:gd name="connsiteX10" fmla="*/ 3694525 w 11165482"/>
              <a:gd name="connsiteY10" fmla="*/ 45719 h 45719"/>
              <a:gd name="connsiteX11" fmla="*/ 0 w 11165482"/>
              <a:gd name="connsiteY11" fmla="*/ 45719 h 45719"/>
              <a:gd name="connsiteX0" fmla="*/ 0 w 11165482"/>
              <a:gd name="connsiteY0" fmla="*/ 0 h 45719"/>
              <a:gd name="connsiteX1" fmla="*/ 3694525 w 11165482"/>
              <a:gd name="connsiteY1" fmla="*/ 0 h 45719"/>
              <a:gd name="connsiteX2" fmla="*/ 6144299 w 11165482"/>
              <a:gd name="connsiteY2" fmla="*/ 0 h 45719"/>
              <a:gd name="connsiteX3" fmla="*/ 8715708 w 11165482"/>
              <a:gd name="connsiteY3" fmla="*/ 0 h 45719"/>
              <a:gd name="connsiteX4" fmla="*/ 11165482 w 11165482"/>
              <a:gd name="connsiteY4" fmla="*/ 0 h 45719"/>
              <a:gd name="connsiteX5" fmla="*/ 11165482 w 11165482"/>
              <a:gd name="connsiteY5" fmla="*/ 45719 h 45719"/>
              <a:gd name="connsiteX6" fmla="*/ 8715708 w 11165482"/>
              <a:gd name="connsiteY6" fmla="*/ 45719 h 45719"/>
              <a:gd name="connsiteX7" fmla="*/ 6144299 w 11165482"/>
              <a:gd name="connsiteY7" fmla="*/ 45719 h 45719"/>
              <a:gd name="connsiteX8" fmla="*/ 5021183 w 11165482"/>
              <a:gd name="connsiteY8" fmla="*/ 45719 h 45719"/>
              <a:gd name="connsiteX9" fmla="*/ 3694525 w 11165482"/>
              <a:gd name="connsiteY9" fmla="*/ 45719 h 45719"/>
              <a:gd name="connsiteX10" fmla="*/ 0 w 11165482"/>
              <a:gd name="connsiteY10" fmla="*/ 45719 h 45719"/>
              <a:gd name="connsiteX11" fmla="*/ 0 w 11165482"/>
              <a:gd name="connsiteY11" fmla="*/ 0 h 45719"/>
              <a:gd name="connsiteX0" fmla="*/ 0 w 11165482"/>
              <a:gd name="connsiteY0" fmla="*/ 0 h 45719"/>
              <a:gd name="connsiteX1" fmla="*/ 3694525 w 11165482"/>
              <a:gd name="connsiteY1" fmla="*/ 0 h 45719"/>
              <a:gd name="connsiteX2" fmla="*/ 6144299 w 11165482"/>
              <a:gd name="connsiteY2" fmla="*/ 0 h 45719"/>
              <a:gd name="connsiteX3" fmla="*/ 8715708 w 11165482"/>
              <a:gd name="connsiteY3" fmla="*/ 0 h 45719"/>
              <a:gd name="connsiteX4" fmla="*/ 11165482 w 11165482"/>
              <a:gd name="connsiteY4" fmla="*/ 0 h 45719"/>
              <a:gd name="connsiteX5" fmla="*/ 11165482 w 11165482"/>
              <a:gd name="connsiteY5" fmla="*/ 45719 h 45719"/>
              <a:gd name="connsiteX6" fmla="*/ 8715708 w 11165482"/>
              <a:gd name="connsiteY6" fmla="*/ 45719 h 45719"/>
              <a:gd name="connsiteX7" fmla="*/ 6144299 w 11165482"/>
              <a:gd name="connsiteY7" fmla="*/ 45719 h 45719"/>
              <a:gd name="connsiteX8" fmla="*/ 5021183 w 11165482"/>
              <a:gd name="connsiteY8" fmla="*/ 45719 h 45719"/>
              <a:gd name="connsiteX9" fmla="*/ 0 w 11165482"/>
              <a:gd name="connsiteY9" fmla="*/ 45719 h 45719"/>
              <a:gd name="connsiteX10" fmla="*/ 0 w 11165482"/>
              <a:gd name="connsiteY10" fmla="*/ 0 h 45719"/>
              <a:gd name="connsiteX0" fmla="*/ 0 w 11165482"/>
              <a:gd name="connsiteY0" fmla="*/ 0 h 45719"/>
              <a:gd name="connsiteX1" fmla="*/ 6144299 w 11165482"/>
              <a:gd name="connsiteY1" fmla="*/ 0 h 45719"/>
              <a:gd name="connsiteX2" fmla="*/ 8715708 w 11165482"/>
              <a:gd name="connsiteY2" fmla="*/ 0 h 45719"/>
              <a:gd name="connsiteX3" fmla="*/ 11165482 w 11165482"/>
              <a:gd name="connsiteY3" fmla="*/ 0 h 45719"/>
              <a:gd name="connsiteX4" fmla="*/ 11165482 w 11165482"/>
              <a:gd name="connsiteY4" fmla="*/ 45719 h 45719"/>
              <a:gd name="connsiteX5" fmla="*/ 8715708 w 11165482"/>
              <a:gd name="connsiteY5" fmla="*/ 45719 h 45719"/>
              <a:gd name="connsiteX6" fmla="*/ 6144299 w 11165482"/>
              <a:gd name="connsiteY6" fmla="*/ 45719 h 45719"/>
              <a:gd name="connsiteX7" fmla="*/ 5021183 w 11165482"/>
              <a:gd name="connsiteY7" fmla="*/ 45719 h 45719"/>
              <a:gd name="connsiteX8" fmla="*/ 0 w 11165482"/>
              <a:gd name="connsiteY8" fmla="*/ 45719 h 45719"/>
              <a:gd name="connsiteX9" fmla="*/ 0 w 11165482"/>
              <a:gd name="connsiteY9" fmla="*/ 0 h 45719"/>
              <a:gd name="connsiteX0" fmla="*/ 0 w 11165482"/>
              <a:gd name="connsiteY0" fmla="*/ 0 h 45719"/>
              <a:gd name="connsiteX1" fmla="*/ 6144299 w 11165482"/>
              <a:gd name="connsiteY1" fmla="*/ 0 h 45719"/>
              <a:gd name="connsiteX2" fmla="*/ 8715708 w 11165482"/>
              <a:gd name="connsiteY2" fmla="*/ 0 h 45719"/>
              <a:gd name="connsiteX3" fmla="*/ 11165482 w 11165482"/>
              <a:gd name="connsiteY3" fmla="*/ 0 h 45719"/>
              <a:gd name="connsiteX4" fmla="*/ 11165482 w 11165482"/>
              <a:gd name="connsiteY4" fmla="*/ 45719 h 45719"/>
              <a:gd name="connsiteX5" fmla="*/ 8715708 w 11165482"/>
              <a:gd name="connsiteY5" fmla="*/ 45719 h 45719"/>
              <a:gd name="connsiteX6" fmla="*/ 5021183 w 11165482"/>
              <a:gd name="connsiteY6" fmla="*/ 45719 h 45719"/>
              <a:gd name="connsiteX7" fmla="*/ 0 w 11165482"/>
              <a:gd name="connsiteY7" fmla="*/ 45719 h 45719"/>
              <a:gd name="connsiteX8" fmla="*/ 0 w 11165482"/>
              <a:gd name="connsiteY8" fmla="*/ 0 h 45719"/>
              <a:gd name="connsiteX0" fmla="*/ 0 w 11165482"/>
              <a:gd name="connsiteY0" fmla="*/ 0 h 45719"/>
              <a:gd name="connsiteX1" fmla="*/ 8715708 w 11165482"/>
              <a:gd name="connsiteY1" fmla="*/ 0 h 45719"/>
              <a:gd name="connsiteX2" fmla="*/ 11165482 w 11165482"/>
              <a:gd name="connsiteY2" fmla="*/ 0 h 45719"/>
              <a:gd name="connsiteX3" fmla="*/ 11165482 w 11165482"/>
              <a:gd name="connsiteY3" fmla="*/ 45719 h 45719"/>
              <a:gd name="connsiteX4" fmla="*/ 8715708 w 11165482"/>
              <a:gd name="connsiteY4" fmla="*/ 45719 h 45719"/>
              <a:gd name="connsiteX5" fmla="*/ 5021183 w 11165482"/>
              <a:gd name="connsiteY5" fmla="*/ 45719 h 45719"/>
              <a:gd name="connsiteX6" fmla="*/ 0 w 11165482"/>
              <a:gd name="connsiteY6" fmla="*/ 45719 h 45719"/>
              <a:gd name="connsiteX7" fmla="*/ 0 w 11165482"/>
              <a:gd name="connsiteY7" fmla="*/ 0 h 45719"/>
              <a:gd name="connsiteX0" fmla="*/ 0 w 11165482"/>
              <a:gd name="connsiteY0" fmla="*/ 0 h 45719"/>
              <a:gd name="connsiteX1" fmla="*/ 8715708 w 11165482"/>
              <a:gd name="connsiteY1" fmla="*/ 0 h 45719"/>
              <a:gd name="connsiteX2" fmla="*/ 11165482 w 11165482"/>
              <a:gd name="connsiteY2" fmla="*/ 0 h 45719"/>
              <a:gd name="connsiteX3" fmla="*/ 11165482 w 11165482"/>
              <a:gd name="connsiteY3" fmla="*/ 45719 h 45719"/>
              <a:gd name="connsiteX4" fmla="*/ 8715708 w 11165482"/>
              <a:gd name="connsiteY4" fmla="*/ 45719 h 45719"/>
              <a:gd name="connsiteX5" fmla="*/ 0 w 11165482"/>
              <a:gd name="connsiteY5" fmla="*/ 45719 h 45719"/>
              <a:gd name="connsiteX6" fmla="*/ 0 w 11165482"/>
              <a:gd name="connsiteY6" fmla="*/ 0 h 45719"/>
              <a:gd name="connsiteX0" fmla="*/ 0 w 11165482"/>
              <a:gd name="connsiteY0" fmla="*/ 0 h 45719"/>
              <a:gd name="connsiteX1" fmla="*/ 8715708 w 11165482"/>
              <a:gd name="connsiteY1" fmla="*/ 0 h 45719"/>
              <a:gd name="connsiteX2" fmla="*/ 11165482 w 11165482"/>
              <a:gd name="connsiteY2" fmla="*/ 0 h 45719"/>
              <a:gd name="connsiteX3" fmla="*/ 11165482 w 11165482"/>
              <a:gd name="connsiteY3" fmla="*/ 45719 h 45719"/>
              <a:gd name="connsiteX4" fmla="*/ 0 w 11165482"/>
              <a:gd name="connsiteY4" fmla="*/ 45719 h 45719"/>
              <a:gd name="connsiteX5" fmla="*/ 0 w 11165482"/>
              <a:gd name="connsiteY5" fmla="*/ 0 h 45719"/>
              <a:gd name="connsiteX0" fmla="*/ 0 w 11165482"/>
              <a:gd name="connsiteY0" fmla="*/ 0 h 45719"/>
              <a:gd name="connsiteX1" fmla="*/ 11165482 w 11165482"/>
              <a:gd name="connsiteY1" fmla="*/ 0 h 45719"/>
              <a:gd name="connsiteX2" fmla="*/ 11165482 w 11165482"/>
              <a:gd name="connsiteY2" fmla="*/ 45719 h 45719"/>
              <a:gd name="connsiteX3" fmla="*/ 0 w 11165482"/>
              <a:gd name="connsiteY3" fmla="*/ 45719 h 45719"/>
              <a:gd name="connsiteX4" fmla="*/ 0 w 11165482"/>
              <a:gd name="connsiteY4" fmla="*/ 0 h 457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165482" h="45719">
                <a:moveTo>
                  <a:pt x="0" y="0"/>
                </a:moveTo>
                <a:lnTo>
                  <a:pt x="11165482" y="0"/>
                </a:lnTo>
                <a:lnTo>
                  <a:pt x="11165482" y="45719"/>
                </a:lnTo>
                <a:lnTo>
                  <a:pt x="0" y="45719"/>
                </a:lnTo>
                <a:lnTo>
                  <a:pt x="0" y="0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154901"/>
      </p:ext>
    </p:extLst>
  </p:cSld>
  <p:clrMapOvr>
    <a:masterClrMapping/>
  </p:clrMapOvr>
  <p:transition spd="slow">
    <p:push dir="u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774A975B-A886-5202-0489-6965514A0D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69" y="508090"/>
            <a:ext cx="11153214" cy="149279"/>
          </a:xfrm>
          <a:custGeom>
            <a:avLst/>
            <a:gdLst>
              <a:gd name="connsiteX0" fmla="*/ 0 w 8085002"/>
              <a:gd name="connsiteY0" fmla="*/ 0 h 149279"/>
              <a:gd name="connsiteX1" fmla="*/ 8085002 w 8085002"/>
              <a:gd name="connsiteY1" fmla="*/ 0 h 149279"/>
              <a:gd name="connsiteX2" fmla="*/ 8085002 w 8085002"/>
              <a:gd name="connsiteY2" fmla="*/ 149279 h 149279"/>
              <a:gd name="connsiteX3" fmla="*/ 0 w 8085002"/>
              <a:gd name="connsiteY3" fmla="*/ 149279 h 1492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085002" h="149279">
                <a:moveTo>
                  <a:pt x="0" y="0"/>
                </a:moveTo>
                <a:lnTo>
                  <a:pt x="8085002" y="0"/>
                </a:lnTo>
                <a:lnTo>
                  <a:pt x="8085002" y="149279"/>
                </a:lnTo>
                <a:lnTo>
                  <a:pt x="0" y="14927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EA67E988-5919-57BB-C7DE-D3EAD38A30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70" y="6209925"/>
            <a:ext cx="11155680" cy="45719"/>
          </a:xfrm>
          <a:custGeom>
            <a:avLst/>
            <a:gdLst/>
            <a:ahLst/>
            <a:cxnLst/>
            <a:rect l="l" t="t" r="r" b="b"/>
            <a:pathLst>
              <a:path w="8715708" h="45719">
                <a:moveTo>
                  <a:pt x="0" y="0"/>
                </a:moveTo>
                <a:lnTo>
                  <a:pt x="3694525" y="0"/>
                </a:lnTo>
                <a:lnTo>
                  <a:pt x="5021183" y="0"/>
                </a:lnTo>
                <a:lnTo>
                  <a:pt x="8715708" y="0"/>
                </a:lnTo>
                <a:lnTo>
                  <a:pt x="8715708" y="45719"/>
                </a:lnTo>
                <a:lnTo>
                  <a:pt x="5021183" y="45719"/>
                </a:lnTo>
                <a:lnTo>
                  <a:pt x="3694525" y="45719"/>
                </a:lnTo>
                <a:lnTo>
                  <a:pt x="0" y="4571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5820888B-4EA5-E0E8-6D52-7733E1E7745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olo 1">
            <a:extLst>
              <a:ext uri="{FF2B5EF4-FFF2-40B4-BE49-F238E27FC236}">
                <a16:creationId xmlns:a16="http://schemas.microsoft.com/office/drawing/2014/main" id="{31249FB7-123E-4A2F-EA4D-682924BB48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73434" y="1375953"/>
            <a:ext cx="3397649" cy="2840721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4800"/>
              <a:t>Cue II</a:t>
            </a:r>
            <a:br>
              <a:rPr lang="en-US" sz="4800"/>
            </a:br>
            <a:r>
              <a:rPr lang="en-US" sz="4800"/>
              <a:t>pt. 1</a:t>
            </a:r>
          </a:p>
        </p:txBody>
      </p:sp>
      <p:sp>
        <p:nvSpPr>
          <p:cNvPr id="23" name="Freeform: Shape 22">
            <a:extLst>
              <a:ext uri="{FF2B5EF4-FFF2-40B4-BE49-F238E27FC236}">
                <a16:creationId xmlns:a16="http://schemas.microsoft.com/office/drawing/2014/main" id="{06B5A8BF-0680-F9A7-27B1-3971EC93478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69" y="508090"/>
            <a:ext cx="11153214" cy="149279"/>
          </a:xfrm>
          <a:custGeom>
            <a:avLst/>
            <a:gdLst>
              <a:gd name="connsiteX0" fmla="*/ 0 w 8085002"/>
              <a:gd name="connsiteY0" fmla="*/ 0 h 149279"/>
              <a:gd name="connsiteX1" fmla="*/ 8085002 w 8085002"/>
              <a:gd name="connsiteY1" fmla="*/ 0 h 149279"/>
              <a:gd name="connsiteX2" fmla="*/ 8085002 w 8085002"/>
              <a:gd name="connsiteY2" fmla="*/ 149279 h 149279"/>
              <a:gd name="connsiteX3" fmla="*/ 0 w 8085002"/>
              <a:gd name="connsiteY3" fmla="*/ 149279 h 1492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085002" h="149279">
                <a:moveTo>
                  <a:pt x="0" y="0"/>
                </a:moveTo>
                <a:lnTo>
                  <a:pt x="8085002" y="0"/>
                </a:lnTo>
                <a:lnTo>
                  <a:pt x="8085002" y="149279"/>
                </a:lnTo>
                <a:lnTo>
                  <a:pt x="0" y="14927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7" name="Segnaposto contenuto 6" descr="Immagine che contiene schermata, testo, diagramma, Piano&#10;&#10;Il contenuto generato dall'IA potrebbe non essere corretto.">
            <a:extLst>
              <a:ext uri="{FF2B5EF4-FFF2-40B4-BE49-F238E27FC236}">
                <a16:creationId xmlns:a16="http://schemas.microsoft.com/office/drawing/2014/main" id="{1D493A6D-070E-1803-5D16-586B3BBA815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rcRect t="-1184" b="1184"/>
          <a:stretch>
            <a:fillRect/>
          </a:stretch>
        </p:blipFill>
        <p:spPr>
          <a:xfrm>
            <a:off x="517869" y="1510460"/>
            <a:ext cx="7430010" cy="42908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29086282"/>
      </p:ext>
    </p:extLst>
  </p:cSld>
  <p:clrMapOvr>
    <a:masterClrMapping/>
  </p:clrMapOvr>
  <p:transition spd="slow">
    <p:push dir="d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Freeform: Shape 20">
            <a:extLst>
              <a:ext uri="{FF2B5EF4-FFF2-40B4-BE49-F238E27FC236}">
                <a16:creationId xmlns:a16="http://schemas.microsoft.com/office/drawing/2014/main" id="{774A975B-A886-5202-0489-6965514A0D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69" y="508090"/>
            <a:ext cx="11153214" cy="149279"/>
          </a:xfrm>
          <a:custGeom>
            <a:avLst/>
            <a:gdLst>
              <a:gd name="connsiteX0" fmla="*/ 0 w 8085002"/>
              <a:gd name="connsiteY0" fmla="*/ 0 h 149279"/>
              <a:gd name="connsiteX1" fmla="*/ 8085002 w 8085002"/>
              <a:gd name="connsiteY1" fmla="*/ 0 h 149279"/>
              <a:gd name="connsiteX2" fmla="*/ 8085002 w 8085002"/>
              <a:gd name="connsiteY2" fmla="*/ 149279 h 149279"/>
              <a:gd name="connsiteX3" fmla="*/ 0 w 8085002"/>
              <a:gd name="connsiteY3" fmla="*/ 149279 h 1492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085002" h="149279">
                <a:moveTo>
                  <a:pt x="0" y="0"/>
                </a:moveTo>
                <a:lnTo>
                  <a:pt x="8085002" y="0"/>
                </a:lnTo>
                <a:lnTo>
                  <a:pt x="8085002" y="149279"/>
                </a:lnTo>
                <a:lnTo>
                  <a:pt x="0" y="14927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3" name="Freeform: Shape 22">
            <a:extLst>
              <a:ext uri="{FF2B5EF4-FFF2-40B4-BE49-F238E27FC236}">
                <a16:creationId xmlns:a16="http://schemas.microsoft.com/office/drawing/2014/main" id="{EA67E988-5919-57BB-C7DE-D3EAD38A30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70" y="6209925"/>
            <a:ext cx="11155680" cy="45719"/>
          </a:xfrm>
          <a:custGeom>
            <a:avLst/>
            <a:gdLst/>
            <a:ahLst/>
            <a:cxnLst/>
            <a:rect l="l" t="t" r="r" b="b"/>
            <a:pathLst>
              <a:path w="8715708" h="45719">
                <a:moveTo>
                  <a:pt x="0" y="0"/>
                </a:moveTo>
                <a:lnTo>
                  <a:pt x="3694525" y="0"/>
                </a:lnTo>
                <a:lnTo>
                  <a:pt x="5021183" y="0"/>
                </a:lnTo>
                <a:lnTo>
                  <a:pt x="8715708" y="0"/>
                </a:lnTo>
                <a:lnTo>
                  <a:pt x="8715708" y="45719"/>
                </a:lnTo>
                <a:lnTo>
                  <a:pt x="5021183" y="45719"/>
                </a:lnTo>
                <a:lnTo>
                  <a:pt x="3694525" y="45719"/>
                </a:lnTo>
                <a:lnTo>
                  <a:pt x="0" y="4571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 useBgFill="1">
        <p:nvSpPr>
          <p:cNvPr id="25" name="Rectangle 24">
            <a:extLst>
              <a:ext uri="{FF2B5EF4-FFF2-40B4-BE49-F238E27FC236}">
                <a16:creationId xmlns:a16="http://schemas.microsoft.com/office/drawing/2014/main" id="{FAF3766F-DEF3-4802-BB0D-7A18EDD9704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799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olo 1">
            <a:extLst>
              <a:ext uri="{FF2B5EF4-FFF2-40B4-BE49-F238E27FC236}">
                <a16:creationId xmlns:a16="http://schemas.microsoft.com/office/drawing/2014/main" id="{670FC9D0-5FF3-641D-5D58-0C3B5F2671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7868" y="841283"/>
            <a:ext cx="3465681" cy="2916472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4800">
                <a:solidFill>
                  <a:schemeClr val="tx2"/>
                </a:solidFill>
              </a:rPr>
              <a:t>Cue II</a:t>
            </a:r>
            <a:br>
              <a:rPr lang="en-US" sz="4800">
                <a:solidFill>
                  <a:schemeClr val="tx2"/>
                </a:solidFill>
              </a:rPr>
            </a:br>
            <a:r>
              <a:rPr lang="en-US" sz="4800">
                <a:solidFill>
                  <a:schemeClr val="tx2"/>
                </a:solidFill>
              </a:rPr>
              <a:t>pt. 2</a:t>
            </a:r>
          </a:p>
        </p:txBody>
      </p:sp>
      <p:pic>
        <p:nvPicPr>
          <p:cNvPr id="5" name="Segnaposto contenuto 4" descr="Immagine che contiene testo, diagramma, Piano, Parallelo&#10;&#10;Il contenuto generato dall'IA potrebbe non essere corretto.">
            <a:extLst>
              <a:ext uri="{FF2B5EF4-FFF2-40B4-BE49-F238E27FC236}">
                <a16:creationId xmlns:a16="http://schemas.microsoft.com/office/drawing/2014/main" id="{729A937A-3B4D-1F8A-6C8D-57D05F762AD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4744626" y="751093"/>
            <a:ext cx="6547875" cy="5254670"/>
          </a:xfrm>
          <a:prstGeom prst="rect">
            <a:avLst/>
          </a:prstGeom>
        </p:spPr>
      </p:pic>
      <p:sp>
        <p:nvSpPr>
          <p:cNvPr id="27" name="Freeform: Shape 26">
            <a:extLst>
              <a:ext uri="{FF2B5EF4-FFF2-40B4-BE49-F238E27FC236}">
                <a16:creationId xmlns:a16="http://schemas.microsoft.com/office/drawing/2014/main" id="{81F0C179-4DBF-6AB9-CD0B-9224A0C885A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68" y="6300216"/>
            <a:ext cx="11165482" cy="45719"/>
          </a:xfrm>
          <a:custGeom>
            <a:avLst/>
            <a:gdLst>
              <a:gd name="connsiteX0" fmla="*/ 0 w 11165482"/>
              <a:gd name="connsiteY0" fmla="*/ 0 h 45719"/>
              <a:gd name="connsiteX1" fmla="*/ 3694525 w 11165482"/>
              <a:gd name="connsiteY1" fmla="*/ 0 h 45719"/>
              <a:gd name="connsiteX2" fmla="*/ 5021183 w 11165482"/>
              <a:gd name="connsiteY2" fmla="*/ 0 h 45719"/>
              <a:gd name="connsiteX3" fmla="*/ 6144299 w 11165482"/>
              <a:gd name="connsiteY3" fmla="*/ 0 h 45719"/>
              <a:gd name="connsiteX4" fmla="*/ 8715708 w 11165482"/>
              <a:gd name="connsiteY4" fmla="*/ 0 h 45719"/>
              <a:gd name="connsiteX5" fmla="*/ 11165482 w 11165482"/>
              <a:gd name="connsiteY5" fmla="*/ 0 h 45719"/>
              <a:gd name="connsiteX6" fmla="*/ 11165482 w 11165482"/>
              <a:gd name="connsiteY6" fmla="*/ 45719 h 45719"/>
              <a:gd name="connsiteX7" fmla="*/ 8715708 w 11165482"/>
              <a:gd name="connsiteY7" fmla="*/ 45719 h 45719"/>
              <a:gd name="connsiteX8" fmla="*/ 6144299 w 11165482"/>
              <a:gd name="connsiteY8" fmla="*/ 45719 h 45719"/>
              <a:gd name="connsiteX9" fmla="*/ 5021183 w 11165482"/>
              <a:gd name="connsiteY9" fmla="*/ 45719 h 45719"/>
              <a:gd name="connsiteX10" fmla="*/ 3694525 w 11165482"/>
              <a:gd name="connsiteY10" fmla="*/ 45719 h 45719"/>
              <a:gd name="connsiteX11" fmla="*/ 0 w 11165482"/>
              <a:gd name="connsiteY11" fmla="*/ 45719 h 45719"/>
              <a:gd name="connsiteX0" fmla="*/ 0 w 11165482"/>
              <a:gd name="connsiteY0" fmla="*/ 0 h 45719"/>
              <a:gd name="connsiteX1" fmla="*/ 3694525 w 11165482"/>
              <a:gd name="connsiteY1" fmla="*/ 0 h 45719"/>
              <a:gd name="connsiteX2" fmla="*/ 6144299 w 11165482"/>
              <a:gd name="connsiteY2" fmla="*/ 0 h 45719"/>
              <a:gd name="connsiteX3" fmla="*/ 8715708 w 11165482"/>
              <a:gd name="connsiteY3" fmla="*/ 0 h 45719"/>
              <a:gd name="connsiteX4" fmla="*/ 11165482 w 11165482"/>
              <a:gd name="connsiteY4" fmla="*/ 0 h 45719"/>
              <a:gd name="connsiteX5" fmla="*/ 11165482 w 11165482"/>
              <a:gd name="connsiteY5" fmla="*/ 45719 h 45719"/>
              <a:gd name="connsiteX6" fmla="*/ 8715708 w 11165482"/>
              <a:gd name="connsiteY6" fmla="*/ 45719 h 45719"/>
              <a:gd name="connsiteX7" fmla="*/ 6144299 w 11165482"/>
              <a:gd name="connsiteY7" fmla="*/ 45719 h 45719"/>
              <a:gd name="connsiteX8" fmla="*/ 5021183 w 11165482"/>
              <a:gd name="connsiteY8" fmla="*/ 45719 h 45719"/>
              <a:gd name="connsiteX9" fmla="*/ 3694525 w 11165482"/>
              <a:gd name="connsiteY9" fmla="*/ 45719 h 45719"/>
              <a:gd name="connsiteX10" fmla="*/ 0 w 11165482"/>
              <a:gd name="connsiteY10" fmla="*/ 45719 h 45719"/>
              <a:gd name="connsiteX11" fmla="*/ 0 w 11165482"/>
              <a:gd name="connsiteY11" fmla="*/ 0 h 45719"/>
              <a:gd name="connsiteX0" fmla="*/ 0 w 11165482"/>
              <a:gd name="connsiteY0" fmla="*/ 0 h 45719"/>
              <a:gd name="connsiteX1" fmla="*/ 3694525 w 11165482"/>
              <a:gd name="connsiteY1" fmla="*/ 0 h 45719"/>
              <a:gd name="connsiteX2" fmla="*/ 6144299 w 11165482"/>
              <a:gd name="connsiteY2" fmla="*/ 0 h 45719"/>
              <a:gd name="connsiteX3" fmla="*/ 8715708 w 11165482"/>
              <a:gd name="connsiteY3" fmla="*/ 0 h 45719"/>
              <a:gd name="connsiteX4" fmla="*/ 11165482 w 11165482"/>
              <a:gd name="connsiteY4" fmla="*/ 0 h 45719"/>
              <a:gd name="connsiteX5" fmla="*/ 11165482 w 11165482"/>
              <a:gd name="connsiteY5" fmla="*/ 45719 h 45719"/>
              <a:gd name="connsiteX6" fmla="*/ 8715708 w 11165482"/>
              <a:gd name="connsiteY6" fmla="*/ 45719 h 45719"/>
              <a:gd name="connsiteX7" fmla="*/ 6144299 w 11165482"/>
              <a:gd name="connsiteY7" fmla="*/ 45719 h 45719"/>
              <a:gd name="connsiteX8" fmla="*/ 5021183 w 11165482"/>
              <a:gd name="connsiteY8" fmla="*/ 45719 h 45719"/>
              <a:gd name="connsiteX9" fmla="*/ 0 w 11165482"/>
              <a:gd name="connsiteY9" fmla="*/ 45719 h 45719"/>
              <a:gd name="connsiteX10" fmla="*/ 0 w 11165482"/>
              <a:gd name="connsiteY10" fmla="*/ 0 h 45719"/>
              <a:gd name="connsiteX0" fmla="*/ 0 w 11165482"/>
              <a:gd name="connsiteY0" fmla="*/ 0 h 45719"/>
              <a:gd name="connsiteX1" fmla="*/ 6144299 w 11165482"/>
              <a:gd name="connsiteY1" fmla="*/ 0 h 45719"/>
              <a:gd name="connsiteX2" fmla="*/ 8715708 w 11165482"/>
              <a:gd name="connsiteY2" fmla="*/ 0 h 45719"/>
              <a:gd name="connsiteX3" fmla="*/ 11165482 w 11165482"/>
              <a:gd name="connsiteY3" fmla="*/ 0 h 45719"/>
              <a:gd name="connsiteX4" fmla="*/ 11165482 w 11165482"/>
              <a:gd name="connsiteY4" fmla="*/ 45719 h 45719"/>
              <a:gd name="connsiteX5" fmla="*/ 8715708 w 11165482"/>
              <a:gd name="connsiteY5" fmla="*/ 45719 h 45719"/>
              <a:gd name="connsiteX6" fmla="*/ 6144299 w 11165482"/>
              <a:gd name="connsiteY6" fmla="*/ 45719 h 45719"/>
              <a:gd name="connsiteX7" fmla="*/ 5021183 w 11165482"/>
              <a:gd name="connsiteY7" fmla="*/ 45719 h 45719"/>
              <a:gd name="connsiteX8" fmla="*/ 0 w 11165482"/>
              <a:gd name="connsiteY8" fmla="*/ 45719 h 45719"/>
              <a:gd name="connsiteX9" fmla="*/ 0 w 11165482"/>
              <a:gd name="connsiteY9" fmla="*/ 0 h 45719"/>
              <a:gd name="connsiteX0" fmla="*/ 0 w 11165482"/>
              <a:gd name="connsiteY0" fmla="*/ 0 h 45719"/>
              <a:gd name="connsiteX1" fmla="*/ 6144299 w 11165482"/>
              <a:gd name="connsiteY1" fmla="*/ 0 h 45719"/>
              <a:gd name="connsiteX2" fmla="*/ 8715708 w 11165482"/>
              <a:gd name="connsiteY2" fmla="*/ 0 h 45719"/>
              <a:gd name="connsiteX3" fmla="*/ 11165482 w 11165482"/>
              <a:gd name="connsiteY3" fmla="*/ 0 h 45719"/>
              <a:gd name="connsiteX4" fmla="*/ 11165482 w 11165482"/>
              <a:gd name="connsiteY4" fmla="*/ 45719 h 45719"/>
              <a:gd name="connsiteX5" fmla="*/ 8715708 w 11165482"/>
              <a:gd name="connsiteY5" fmla="*/ 45719 h 45719"/>
              <a:gd name="connsiteX6" fmla="*/ 5021183 w 11165482"/>
              <a:gd name="connsiteY6" fmla="*/ 45719 h 45719"/>
              <a:gd name="connsiteX7" fmla="*/ 0 w 11165482"/>
              <a:gd name="connsiteY7" fmla="*/ 45719 h 45719"/>
              <a:gd name="connsiteX8" fmla="*/ 0 w 11165482"/>
              <a:gd name="connsiteY8" fmla="*/ 0 h 45719"/>
              <a:gd name="connsiteX0" fmla="*/ 0 w 11165482"/>
              <a:gd name="connsiteY0" fmla="*/ 0 h 45719"/>
              <a:gd name="connsiteX1" fmla="*/ 8715708 w 11165482"/>
              <a:gd name="connsiteY1" fmla="*/ 0 h 45719"/>
              <a:gd name="connsiteX2" fmla="*/ 11165482 w 11165482"/>
              <a:gd name="connsiteY2" fmla="*/ 0 h 45719"/>
              <a:gd name="connsiteX3" fmla="*/ 11165482 w 11165482"/>
              <a:gd name="connsiteY3" fmla="*/ 45719 h 45719"/>
              <a:gd name="connsiteX4" fmla="*/ 8715708 w 11165482"/>
              <a:gd name="connsiteY4" fmla="*/ 45719 h 45719"/>
              <a:gd name="connsiteX5" fmla="*/ 5021183 w 11165482"/>
              <a:gd name="connsiteY5" fmla="*/ 45719 h 45719"/>
              <a:gd name="connsiteX6" fmla="*/ 0 w 11165482"/>
              <a:gd name="connsiteY6" fmla="*/ 45719 h 45719"/>
              <a:gd name="connsiteX7" fmla="*/ 0 w 11165482"/>
              <a:gd name="connsiteY7" fmla="*/ 0 h 45719"/>
              <a:gd name="connsiteX0" fmla="*/ 0 w 11165482"/>
              <a:gd name="connsiteY0" fmla="*/ 0 h 45719"/>
              <a:gd name="connsiteX1" fmla="*/ 8715708 w 11165482"/>
              <a:gd name="connsiteY1" fmla="*/ 0 h 45719"/>
              <a:gd name="connsiteX2" fmla="*/ 11165482 w 11165482"/>
              <a:gd name="connsiteY2" fmla="*/ 0 h 45719"/>
              <a:gd name="connsiteX3" fmla="*/ 11165482 w 11165482"/>
              <a:gd name="connsiteY3" fmla="*/ 45719 h 45719"/>
              <a:gd name="connsiteX4" fmla="*/ 8715708 w 11165482"/>
              <a:gd name="connsiteY4" fmla="*/ 45719 h 45719"/>
              <a:gd name="connsiteX5" fmla="*/ 0 w 11165482"/>
              <a:gd name="connsiteY5" fmla="*/ 45719 h 45719"/>
              <a:gd name="connsiteX6" fmla="*/ 0 w 11165482"/>
              <a:gd name="connsiteY6" fmla="*/ 0 h 45719"/>
              <a:gd name="connsiteX0" fmla="*/ 0 w 11165482"/>
              <a:gd name="connsiteY0" fmla="*/ 0 h 45719"/>
              <a:gd name="connsiteX1" fmla="*/ 8715708 w 11165482"/>
              <a:gd name="connsiteY1" fmla="*/ 0 h 45719"/>
              <a:gd name="connsiteX2" fmla="*/ 11165482 w 11165482"/>
              <a:gd name="connsiteY2" fmla="*/ 0 h 45719"/>
              <a:gd name="connsiteX3" fmla="*/ 11165482 w 11165482"/>
              <a:gd name="connsiteY3" fmla="*/ 45719 h 45719"/>
              <a:gd name="connsiteX4" fmla="*/ 0 w 11165482"/>
              <a:gd name="connsiteY4" fmla="*/ 45719 h 45719"/>
              <a:gd name="connsiteX5" fmla="*/ 0 w 11165482"/>
              <a:gd name="connsiteY5" fmla="*/ 0 h 45719"/>
              <a:gd name="connsiteX0" fmla="*/ 0 w 11165482"/>
              <a:gd name="connsiteY0" fmla="*/ 0 h 45719"/>
              <a:gd name="connsiteX1" fmla="*/ 11165482 w 11165482"/>
              <a:gd name="connsiteY1" fmla="*/ 0 h 45719"/>
              <a:gd name="connsiteX2" fmla="*/ 11165482 w 11165482"/>
              <a:gd name="connsiteY2" fmla="*/ 45719 h 45719"/>
              <a:gd name="connsiteX3" fmla="*/ 0 w 11165482"/>
              <a:gd name="connsiteY3" fmla="*/ 45719 h 45719"/>
              <a:gd name="connsiteX4" fmla="*/ 0 w 11165482"/>
              <a:gd name="connsiteY4" fmla="*/ 0 h 457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165482" h="45719">
                <a:moveTo>
                  <a:pt x="0" y="0"/>
                </a:moveTo>
                <a:lnTo>
                  <a:pt x="11165482" y="0"/>
                </a:lnTo>
                <a:lnTo>
                  <a:pt x="11165482" y="45719"/>
                </a:lnTo>
                <a:lnTo>
                  <a:pt x="0" y="45719"/>
                </a:lnTo>
                <a:lnTo>
                  <a:pt x="0" y="0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7748385"/>
      </p:ext>
    </p:extLst>
  </p:cSld>
  <p:clrMapOvr>
    <a:masterClrMapping/>
  </p:clrMapOvr>
  <p:transition spd="slow">
    <p:push dir="u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1" name="Rectangle 16">
            <a:extLst>
              <a:ext uri="{FF2B5EF4-FFF2-40B4-BE49-F238E27FC236}">
                <a16:creationId xmlns:a16="http://schemas.microsoft.com/office/drawing/2014/main" id="{4065D9BE-A58D-6E8A-D4A2-5056F3C5E9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799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olo 1">
            <a:extLst>
              <a:ext uri="{FF2B5EF4-FFF2-40B4-BE49-F238E27FC236}">
                <a16:creationId xmlns:a16="http://schemas.microsoft.com/office/drawing/2014/main" id="{814CF2C6-75EC-CA59-D0C1-FEFA6C97BD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13248" y="978408"/>
            <a:ext cx="6263640" cy="1463040"/>
          </a:xfrm>
        </p:spPr>
        <p:txBody>
          <a:bodyPr>
            <a:normAutofit/>
          </a:bodyPr>
          <a:lstStyle/>
          <a:p>
            <a:r>
              <a:rPr lang="it-IT" dirty="0" err="1"/>
              <a:t>Cue</a:t>
            </a:r>
            <a:r>
              <a:rPr lang="it-IT" dirty="0"/>
              <a:t> III</a:t>
            </a:r>
            <a:endParaRPr lang="it-CH" dirty="0"/>
          </a:p>
        </p:txBody>
      </p:sp>
      <p:sp>
        <p:nvSpPr>
          <p:cNvPr id="22" name="Freeform: Shape 18">
            <a:extLst>
              <a:ext uri="{FF2B5EF4-FFF2-40B4-BE49-F238E27FC236}">
                <a16:creationId xmlns:a16="http://schemas.microsoft.com/office/drawing/2014/main" id="{A745E793-BC99-8991-71CD-53FFBB6A8F6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70" y="508090"/>
            <a:ext cx="11156260" cy="149279"/>
          </a:xfrm>
          <a:custGeom>
            <a:avLst/>
            <a:gdLst>
              <a:gd name="connsiteX0" fmla="*/ 0 w 11156260"/>
              <a:gd name="connsiteY0" fmla="*/ 0 h 149279"/>
              <a:gd name="connsiteX1" fmla="*/ 11156260 w 11156260"/>
              <a:gd name="connsiteY1" fmla="*/ 0 h 149279"/>
              <a:gd name="connsiteX2" fmla="*/ 11156260 w 11156260"/>
              <a:gd name="connsiteY2" fmla="*/ 149279 h 149279"/>
              <a:gd name="connsiteX3" fmla="*/ 0 w 11156260"/>
              <a:gd name="connsiteY3" fmla="*/ 149279 h 1492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156260" h="149279">
                <a:moveTo>
                  <a:pt x="0" y="0"/>
                </a:moveTo>
                <a:lnTo>
                  <a:pt x="11156260" y="0"/>
                </a:lnTo>
                <a:lnTo>
                  <a:pt x="11156260" y="149279"/>
                </a:lnTo>
                <a:lnTo>
                  <a:pt x="0" y="14927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5" name="Immagine 4" descr="Immagine che contiene testo, diagramma, schermata, Piano&#10;&#10;Il contenuto generato dall'IA potrebbe non essere corretto.">
            <a:extLst>
              <a:ext uri="{FF2B5EF4-FFF2-40B4-BE49-F238E27FC236}">
                <a16:creationId xmlns:a16="http://schemas.microsoft.com/office/drawing/2014/main" id="{B2127807-57D6-5F5A-B734-8F19EE0AC260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-1715"/>
          <a:stretch>
            <a:fillRect/>
          </a:stretch>
        </p:blipFill>
        <p:spPr>
          <a:xfrm>
            <a:off x="549926" y="976160"/>
            <a:ext cx="4390611" cy="5378920"/>
          </a:xfrm>
          <a:prstGeom prst="rect">
            <a:avLst/>
          </a:prstGeom>
        </p:spPr>
      </p:pic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F6410194-68C1-E4ED-2205-EBFE5C2CCF6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13248" y="2578608"/>
            <a:ext cx="6263640" cy="3767328"/>
          </a:xfrm>
        </p:spPr>
        <p:txBody>
          <a:bodyPr>
            <a:normAutofit/>
          </a:bodyPr>
          <a:lstStyle/>
          <a:p>
            <a:endParaRPr lang="it-CH"/>
          </a:p>
        </p:txBody>
      </p:sp>
    </p:spTree>
    <p:extLst>
      <p:ext uri="{BB962C8B-B14F-4D97-AF65-F5344CB8AC3E}">
        <p14:creationId xmlns:p14="http://schemas.microsoft.com/office/powerpoint/2010/main" val="3337864187"/>
      </p:ext>
    </p:extLst>
  </p:cSld>
  <p:clrMapOvr>
    <a:masterClrMapping/>
  </p:clrMapOvr>
  <p:transition spd="slow">
    <p:push dir="d"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774A975B-A886-5202-0489-6965514A0D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69" y="508090"/>
            <a:ext cx="11153214" cy="149279"/>
          </a:xfrm>
          <a:custGeom>
            <a:avLst/>
            <a:gdLst>
              <a:gd name="connsiteX0" fmla="*/ 0 w 8085002"/>
              <a:gd name="connsiteY0" fmla="*/ 0 h 149279"/>
              <a:gd name="connsiteX1" fmla="*/ 8085002 w 8085002"/>
              <a:gd name="connsiteY1" fmla="*/ 0 h 149279"/>
              <a:gd name="connsiteX2" fmla="*/ 8085002 w 8085002"/>
              <a:gd name="connsiteY2" fmla="*/ 149279 h 149279"/>
              <a:gd name="connsiteX3" fmla="*/ 0 w 8085002"/>
              <a:gd name="connsiteY3" fmla="*/ 149279 h 1492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085002" h="149279">
                <a:moveTo>
                  <a:pt x="0" y="0"/>
                </a:moveTo>
                <a:lnTo>
                  <a:pt x="8085002" y="0"/>
                </a:lnTo>
                <a:lnTo>
                  <a:pt x="8085002" y="149279"/>
                </a:lnTo>
                <a:lnTo>
                  <a:pt x="0" y="14927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EA67E988-5919-57BB-C7DE-D3EAD38A30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70" y="6209925"/>
            <a:ext cx="11155680" cy="45719"/>
          </a:xfrm>
          <a:custGeom>
            <a:avLst/>
            <a:gdLst/>
            <a:ahLst/>
            <a:cxnLst/>
            <a:rect l="l" t="t" r="r" b="b"/>
            <a:pathLst>
              <a:path w="8715708" h="45719">
                <a:moveTo>
                  <a:pt x="0" y="0"/>
                </a:moveTo>
                <a:lnTo>
                  <a:pt x="3694525" y="0"/>
                </a:lnTo>
                <a:lnTo>
                  <a:pt x="5021183" y="0"/>
                </a:lnTo>
                <a:lnTo>
                  <a:pt x="8715708" y="0"/>
                </a:lnTo>
                <a:lnTo>
                  <a:pt x="8715708" y="45719"/>
                </a:lnTo>
                <a:lnTo>
                  <a:pt x="5021183" y="45719"/>
                </a:lnTo>
                <a:lnTo>
                  <a:pt x="3694525" y="45719"/>
                </a:lnTo>
                <a:lnTo>
                  <a:pt x="0" y="4571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FAF3766F-DEF3-4802-BB0D-7A18EDD9704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799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olo 1">
            <a:extLst>
              <a:ext uri="{FF2B5EF4-FFF2-40B4-BE49-F238E27FC236}">
                <a16:creationId xmlns:a16="http://schemas.microsoft.com/office/drawing/2014/main" id="{A6482486-66DA-3B94-1620-5EE6990D08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7868" y="841283"/>
            <a:ext cx="3465681" cy="2916472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4800" dirty="0">
                <a:solidFill>
                  <a:schemeClr val="tx2"/>
                </a:solidFill>
              </a:rPr>
              <a:t>Cue III</a:t>
            </a:r>
            <a:br>
              <a:rPr lang="en-US" sz="4800" dirty="0">
                <a:solidFill>
                  <a:schemeClr val="tx2"/>
                </a:solidFill>
              </a:rPr>
            </a:br>
            <a:r>
              <a:rPr lang="en-US" sz="4000" dirty="0">
                <a:solidFill>
                  <a:schemeClr val="tx2"/>
                </a:solidFill>
              </a:rPr>
              <a:t>Package Loss</a:t>
            </a:r>
            <a:endParaRPr lang="en-US" sz="4800" dirty="0">
              <a:solidFill>
                <a:schemeClr val="tx2"/>
              </a:solidFill>
            </a:endParaRPr>
          </a:p>
        </p:txBody>
      </p:sp>
      <p:pic>
        <p:nvPicPr>
          <p:cNvPr id="5" name="Segnaposto contenuto 4" descr="Immagine che contiene testo, schermata, diagramma, Parallelo&#10;&#10;Il contenuto generato dall'IA potrebbe non essere corretto.">
            <a:extLst>
              <a:ext uri="{FF2B5EF4-FFF2-40B4-BE49-F238E27FC236}">
                <a16:creationId xmlns:a16="http://schemas.microsoft.com/office/drawing/2014/main" id="{56872A3E-1F0C-8494-F781-ED08E6040DC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6067768" y="751093"/>
            <a:ext cx="3901592" cy="5254670"/>
          </a:xfrm>
          <a:prstGeom prst="rect">
            <a:avLst/>
          </a:prstGeom>
        </p:spPr>
      </p:pic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81F0C179-4DBF-6AB9-CD0B-9224A0C885A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68" y="6300216"/>
            <a:ext cx="11165482" cy="45719"/>
          </a:xfrm>
          <a:custGeom>
            <a:avLst/>
            <a:gdLst>
              <a:gd name="connsiteX0" fmla="*/ 0 w 11165482"/>
              <a:gd name="connsiteY0" fmla="*/ 0 h 45719"/>
              <a:gd name="connsiteX1" fmla="*/ 3694525 w 11165482"/>
              <a:gd name="connsiteY1" fmla="*/ 0 h 45719"/>
              <a:gd name="connsiteX2" fmla="*/ 5021183 w 11165482"/>
              <a:gd name="connsiteY2" fmla="*/ 0 h 45719"/>
              <a:gd name="connsiteX3" fmla="*/ 6144299 w 11165482"/>
              <a:gd name="connsiteY3" fmla="*/ 0 h 45719"/>
              <a:gd name="connsiteX4" fmla="*/ 8715708 w 11165482"/>
              <a:gd name="connsiteY4" fmla="*/ 0 h 45719"/>
              <a:gd name="connsiteX5" fmla="*/ 11165482 w 11165482"/>
              <a:gd name="connsiteY5" fmla="*/ 0 h 45719"/>
              <a:gd name="connsiteX6" fmla="*/ 11165482 w 11165482"/>
              <a:gd name="connsiteY6" fmla="*/ 45719 h 45719"/>
              <a:gd name="connsiteX7" fmla="*/ 8715708 w 11165482"/>
              <a:gd name="connsiteY7" fmla="*/ 45719 h 45719"/>
              <a:gd name="connsiteX8" fmla="*/ 6144299 w 11165482"/>
              <a:gd name="connsiteY8" fmla="*/ 45719 h 45719"/>
              <a:gd name="connsiteX9" fmla="*/ 5021183 w 11165482"/>
              <a:gd name="connsiteY9" fmla="*/ 45719 h 45719"/>
              <a:gd name="connsiteX10" fmla="*/ 3694525 w 11165482"/>
              <a:gd name="connsiteY10" fmla="*/ 45719 h 45719"/>
              <a:gd name="connsiteX11" fmla="*/ 0 w 11165482"/>
              <a:gd name="connsiteY11" fmla="*/ 45719 h 45719"/>
              <a:gd name="connsiteX0" fmla="*/ 0 w 11165482"/>
              <a:gd name="connsiteY0" fmla="*/ 0 h 45719"/>
              <a:gd name="connsiteX1" fmla="*/ 3694525 w 11165482"/>
              <a:gd name="connsiteY1" fmla="*/ 0 h 45719"/>
              <a:gd name="connsiteX2" fmla="*/ 6144299 w 11165482"/>
              <a:gd name="connsiteY2" fmla="*/ 0 h 45719"/>
              <a:gd name="connsiteX3" fmla="*/ 8715708 w 11165482"/>
              <a:gd name="connsiteY3" fmla="*/ 0 h 45719"/>
              <a:gd name="connsiteX4" fmla="*/ 11165482 w 11165482"/>
              <a:gd name="connsiteY4" fmla="*/ 0 h 45719"/>
              <a:gd name="connsiteX5" fmla="*/ 11165482 w 11165482"/>
              <a:gd name="connsiteY5" fmla="*/ 45719 h 45719"/>
              <a:gd name="connsiteX6" fmla="*/ 8715708 w 11165482"/>
              <a:gd name="connsiteY6" fmla="*/ 45719 h 45719"/>
              <a:gd name="connsiteX7" fmla="*/ 6144299 w 11165482"/>
              <a:gd name="connsiteY7" fmla="*/ 45719 h 45719"/>
              <a:gd name="connsiteX8" fmla="*/ 5021183 w 11165482"/>
              <a:gd name="connsiteY8" fmla="*/ 45719 h 45719"/>
              <a:gd name="connsiteX9" fmla="*/ 3694525 w 11165482"/>
              <a:gd name="connsiteY9" fmla="*/ 45719 h 45719"/>
              <a:gd name="connsiteX10" fmla="*/ 0 w 11165482"/>
              <a:gd name="connsiteY10" fmla="*/ 45719 h 45719"/>
              <a:gd name="connsiteX11" fmla="*/ 0 w 11165482"/>
              <a:gd name="connsiteY11" fmla="*/ 0 h 45719"/>
              <a:gd name="connsiteX0" fmla="*/ 0 w 11165482"/>
              <a:gd name="connsiteY0" fmla="*/ 0 h 45719"/>
              <a:gd name="connsiteX1" fmla="*/ 3694525 w 11165482"/>
              <a:gd name="connsiteY1" fmla="*/ 0 h 45719"/>
              <a:gd name="connsiteX2" fmla="*/ 6144299 w 11165482"/>
              <a:gd name="connsiteY2" fmla="*/ 0 h 45719"/>
              <a:gd name="connsiteX3" fmla="*/ 8715708 w 11165482"/>
              <a:gd name="connsiteY3" fmla="*/ 0 h 45719"/>
              <a:gd name="connsiteX4" fmla="*/ 11165482 w 11165482"/>
              <a:gd name="connsiteY4" fmla="*/ 0 h 45719"/>
              <a:gd name="connsiteX5" fmla="*/ 11165482 w 11165482"/>
              <a:gd name="connsiteY5" fmla="*/ 45719 h 45719"/>
              <a:gd name="connsiteX6" fmla="*/ 8715708 w 11165482"/>
              <a:gd name="connsiteY6" fmla="*/ 45719 h 45719"/>
              <a:gd name="connsiteX7" fmla="*/ 6144299 w 11165482"/>
              <a:gd name="connsiteY7" fmla="*/ 45719 h 45719"/>
              <a:gd name="connsiteX8" fmla="*/ 5021183 w 11165482"/>
              <a:gd name="connsiteY8" fmla="*/ 45719 h 45719"/>
              <a:gd name="connsiteX9" fmla="*/ 0 w 11165482"/>
              <a:gd name="connsiteY9" fmla="*/ 45719 h 45719"/>
              <a:gd name="connsiteX10" fmla="*/ 0 w 11165482"/>
              <a:gd name="connsiteY10" fmla="*/ 0 h 45719"/>
              <a:gd name="connsiteX0" fmla="*/ 0 w 11165482"/>
              <a:gd name="connsiteY0" fmla="*/ 0 h 45719"/>
              <a:gd name="connsiteX1" fmla="*/ 6144299 w 11165482"/>
              <a:gd name="connsiteY1" fmla="*/ 0 h 45719"/>
              <a:gd name="connsiteX2" fmla="*/ 8715708 w 11165482"/>
              <a:gd name="connsiteY2" fmla="*/ 0 h 45719"/>
              <a:gd name="connsiteX3" fmla="*/ 11165482 w 11165482"/>
              <a:gd name="connsiteY3" fmla="*/ 0 h 45719"/>
              <a:gd name="connsiteX4" fmla="*/ 11165482 w 11165482"/>
              <a:gd name="connsiteY4" fmla="*/ 45719 h 45719"/>
              <a:gd name="connsiteX5" fmla="*/ 8715708 w 11165482"/>
              <a:gd name="connsiteY5" fmla="*/ 45719 h 45719"/>
              <a:gd name="connsiteX6" fmla="*/ 6144299 w 11165482"/>
              <a:gd name="connsiteY6" fmla="*/ 45719 h 45719"/>
              <a:gd name="connsiteX7" fmla="*/ 5021183 w 11165482"/>
              <a:gd name="connsiteY7" fmla="*/ 45719 h 45719"/>
              <a:gd name="connsiteX8" fmla="*/ 0 w 11165482"/>
              <a:gd name="connsiteY8" fmla="*/ 45719 h 45719"/>
              <a:gd name="connsiteX9" fmla="*/ 0 w 11165482"/>
              <a:gd name="connsiteY9" fmla="*/ 0 h 45719"/>
              <a:gd name="connsiteX0" fmla="*/ 0 w 11165482"/>
              <a:gd name="connsiteY0" fmla="*/ 0 h 45719"/>
              <a:gd name="connsiteX1" fmla="*/ 6144299 w 11165482"/>
              <a:gd name="connsiteY1" fmla="*/ 0 h 45719"/>
              <a:gd name="connsiteX2" fmla="*/ 8715708 w 11165482"/>
              <a:gd name="connsiteY2" fmla="*/ 0 h 45719"/>
              <a:gd name="connsiteX3" fmla="*/ 11165482 w 11165482"/>
              <a:gd name="connsiteY3" fmla="*/ 0 h 45719"/>
              <a:gd name="connsiteX4" fmla="*/ 11165482 w 11165482"/>
              <a:gd name="connsiteY4" fmla="*/ 45719 h 45719"/>
              <a:gd name="connsiteX5" fmla="*/ 8715708 w 11165482"/>
              <a:gd name="connsiteY5" fmla="*/ 45719 h 45719"/>
              <a:gd name="connsiteX6" fmla="*/ 5021183 w 11165482"/>
              <a:gd name="connsiteY6" fmla="*/ 45719 h 45719"/>
              <a:gd name="connsiteX7" fmla="*/ 0 w 11165482"/>
              <a:gd name="connsiteY7" fmla="*/ 45719 h 45719"/>
              <a:gd name="connsiteX8" fmla="*/ 0 w 11165482"/>
              <a:gd name="connsiteY8" fmla="*/ 0 h 45719"/>
              <a:gd name="connsiteX0" fmla="*/ 0 w 11165482"/>
              <a:gd name="connsiteY0" fmla="*/ 0 h 45719"/>
              <a:gd name="connsiteX1" fmla="*/ 8715708 w 11165482"/>
              <a:gd name="connsiteY1" fmla="*/ 0 h 45719"/>
              <a:gd name="connsiteX2" fmla="*/ 11165482 w 11165482"/>
              <a:gd name="connsiteY2" fmla="*/ 0 h 45719"/>
              <a:gd name="connsiteX3" fmla="*/ 11165482 w 11165482"/>
              <a:gd name="connsiteY3" fmla="*/ 45719 h 45719"/>
              <a:gd name="connsiteX4" fmla="*/ 8715708 w 11165482"/>
              <a:gd name="connsiteY4" fmla="*/ 45719 h 45719"/>
              <a:gd name="connsiteX5" fmla="*/ 5021183 w 11165482"/>
              <a:gd name="connsiteY5" fmla="*/ 45719 h 45719"/>
              <a:gd name="connsiteX6" fmla="*/ 0 w 11165482"/>
              <a:gd name="connsiteY6" fmla="*/ 45719 h 45719"/>
              <a:gd name="connsiteX7" fmla="*/ 0 w 11165482"/>
              <a:gd name="connsiteY7" fmla="*/ 0 h 45719"/>
              <a:gd name="connsiteX0" fmla="*/ 0 w 11165482"/>
              <a:gd name="connsiteY0" fmla="*/ 0 h 45719"/>
              <a:gd name="connsiteX1" fmla="*/ 8715708 w 11165482"/>
              <a:gd name="connsiteY1" fmla="*/ 0 h 45719"/>
              <a:gd name="connsiteX2" fmla="*/ 11165482 w 11165482"/>
              <a:gd name="connsiteY2" fmla="*/ 0 h 45719"/>
              <a:gd name="connsiteX3" fmla="*/ 11165482 w 11165482"/>
              <a:gd name="connsiteY3" fmla="*/ 45719 h 45719"/>
              <a:gd name="connsiteX4" fmla="*/ 8715708 w 11165482"/>
              <a:gd name="connsiteY4" fmla="*/ 45719 h 45719"/>
              <a:gd name="connsiteX5" fmla="*/ 0 w 11165482"/>
              <a:gd name="connsiteY5" fmla="*/ 45719 h 45719"/>
              <a:gd name="connsiteX6" fmla="*/ 0 w 11165482"/>
              <a:gd name="connsiteY6" fmla="*/ 0 h 45719"/>
              <a:gd name="connsiteX0" fmla="*/ 0 w 11165482"/>
              <a:gd name="connsiteY0" fmla="*/ 0 h 45719"/>
              <a:gd name="connsiteX1" fmla="*/ 8715708 w 11165482"/>
              <a:gd name="connsiteY1" fmla="*/ 0 h 45719"/>
              <a:gd name="connsiteX2" fmla="*/ 11165482 w 11165482"/>
              <a:gd name="connsiteY2" fmla="*/ 0 h 45719"/>
              <a:gd name="connsiteX3" fmla="*/ 11165482 w 11165482"/>
              <a:gd name="connsiteY3" fmla="*/ 45719 h 45719"/>
              <a:gd name="connsiteX4" fmla="*/ 0 w 11165482"/>
              <a:gd name="connsiteY4" fmla="*/ 45719 h 45719"/>
              <a:gd name="connsiteX5" fmla="*/ 0 w 11165482"/>
              <a:gd name="connsiteY5" fmla="*/ 0 h 45719"/>
              <a:gd name="connsiteX0" fmla="*/ 0 w 11165482"/>
              <a:gd name="connsiteY0" fmla="*/ 0 h 45719"/>
              <a:gd name="connsiteX1" fmla="*/ 11165482 w 11165482"/>
              <a:gd name="connsiteY1" fmla="*/ 0 h 45719"/>
              <a:gd name="connsiteX2" fmla="*/ 11165482 w 11165482"/>
              <a:gd name="connsiteY2" fmla="*/ 45719 h 45719"/>
              <a:gd name="connsiteX3" fmla="*/ 0 w 11165482"/>
              <a:gd name="connsiteY3" fmla="*/ 45719 h 45719"/>
              <a:gd name="connsiteX4" fmla="*/ 0 w 11165482"/>
              <a:gd name="connsiteY4" fmla="*/ 0 h 457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165482" h="45719">
                <a:moveTo>
                  <a:pt x="0" y="0"/>
                </a:moveTo>
                <a:lnTo>
                  <a:pt x="11165482" y="0"/>
                </a:lnTo>
                <a:lnTo>
                  <a:pt x="11165482" y="45719"/>
                </a:lnTo>
                <a:lnTo>
                  <a:pt x="0" y="45719"/>
                </a:lnTo>
                <a:lnTo>
                  <a:pt x="0" y="0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3769224"/>
      </p:ext>
    </p:extLst>
  </p:cSld>
  <p:clrMapOvr>
    <a:masterClrMapping/>
  </p:clrMapOvr>
  <p:transition spd="slow">
    <p:push dir="u"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175EAFFD-4A47-DD53-4F76-BD457E18BF1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799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Bierstadt"/>
              <a:ea typeface="+mn-ea"/>
              <a:cs typeface="+mn-cs"/>
            </a:endParaRPr>
          </a:p>
        </p:txBody>
      </p:sp>
      <p:sp>
        <p:nvSpPr>
          <p:cNvPr id="2" name="Titolo 1">
            <a:extLst>
              <a:ext uri="{FF2B5EF4-FFF2-40B4-BE49-F238E27FC236}">
                <a16:creationId xmlns:a16="http://schemas.microsoft.com/office/drawing/2014/main" id="{32D97BFE-9B15-4237-268F-7C27F6135D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3200400" cy="2432304"/>
          </a:xfrm>
        </p:spPr>
        <p:txBody>
          <a:bodyPr anchor="b">
            <a:normAutofit/>
          </a:bodyPr>
          <a:lstStyle/>
          <a:p>
            <a:r>
              <a:rPr lang="it-IT" sz="4000" dirty="0" err="1"/>
              <a:t>Cue</a:t>
            </a:r>
            <a:r>
              <a:rPr lang="it-IT" sz="4000" dirty="0"/>
              <a:t> IV</a:t>
            </a:r>
            <a:endParaRPr lang="it-CH" sz="4000" dirty="0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7CC1FECC-9CA4-341C-7E20-4728C51473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69" y="508090"/>
            <a:ext cx="11153214" cy="149279"/>
          </a:xfrm>
          <a:custGeom>
            <a:avLst/>
            <a:gdLst>
              <a:gd name="connsiteX0" fmla="*/ 0 w 8085002"/>
              <a:gd name="connsiteY0" fmla="*/ 0 h 149279"/>
              <a:gd name="connsiteX1" fmla="*/ 8085002 w 8085002"/>
              <a:gd name="connsiteY1" fmla="*/ 0 h 149279"/>
              <a:gd name="connsiteX2" fmla="*/ 8085002 w 8085002"/>
              <a:gd name="connsiteY2" fmla="*/ 149279 h 149279"/>
              <a:gd name="connsiteX3" fmla="*/ 0 w 8085002"/>
              <a:gd name="connsiteY3" fmla="*/ 149279 h 1492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085002" h="149279">
                <a:moveTo>
                  <a:pt x="0" y="0"/>
                </a:moveTo>
                <a:lnTo>
                  <a:pt x="8085002" y="0"/>
                </a:lnTo>
                <a:lnTo>
                  <a:pt x="8085002" y="149279"/>
                </a:lnTo>
                <a:lnTo>
                  <a:pt x="0" y="14927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Bierstadt"/>
              <a:ea typeface="+mn-ea"/>
              <a:cs typeface="+mn-cs"/>
            </a:endParaRP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A7C7EFB9-6145-63CE-FC28-668E228B387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1208" y="3538728"/>
            <a:ext cx="3200400" cy="2816352"/>
          </a:xfrm>
        </p:spPr>
        <p:txBody>
          <a:bodyPr>
            <a:normAutofit/>
          </a:bodyPr>
          <a:lstStyle/>
          <a:p>
            <a:endParaRPr lang="it-CH"/>
          </a:p>
        </p:txBody>
      </p:sp>
      <p:pic>
        <p:nvPicPr>
          <p:cNvPr id="5" name="Immagine 4" descr="Immagine che contiene testo, diagramma, schermata, Piano&#10;&#10;Il contenuto generato dall'IA potrebbe non essere corretto.">
            <a:extLst>
              <a:ext uri="{FF2B5EF4-FFF2-40B4-BE49-F238E27FC236}">
                <a16:creationId xmlns:a16="http://schemas.microsoft.com/office/drawing/2014/main" id="{A112C057-6F24-07D9-D18F-0592E7A7A13E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-2" b="3261"/>
          <a:stretch>
            <a:fillRect/>
          </a:stretch>
        </p:blipFill>
        <p:spPr>
          <a:xfrm>
            <a:off x="4136609" y="970928"/>
            <a:ext cx="7534183" cy="55937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59668537"/>
      </p:ext>
    </p:extLst>
  </p:cSld>
  <p:clrMapOvr>
    <a:masterClrMapping/>
  </p:clrMapOvr>
  <p:transition spd="slow">
    <p:push dir="d"/>
  </p:transition>
</p:sld>
</file>

<file path=ppt/theme/theme1.xml><?xml version="1.0" encoding="utf-8"?>
<a:theme xmlns:a="http://schemas.openxmlformats.org/drawingml/2006/main" name="GestaltVTI">
  <a:themeElements>
    <a:clrScheme name="Gestalt">
      <a:dk1>
        <a:srgbClr val="000000"/>
      </a:dk1>
      <a:lt1>
        <a:sysClr val="window" lastClr="FFFFFF"/>
      </a:lt1>
      <a:dk2>
        <a:srgbClr val="262626"/>
      </a:dk2>
      <a:lt2>
        <a:srgbClr val="F7F7F7"/>
      </a:lt2>
      <a:accent1>
        <a:srgbClr val="EBA000"/>
      </a:accent1>
      <a:accent2>
        <a:srgbClr val="00BAC8"/>
      </a:accent2>
      <a:accent3>
        <a:srgbClr val="E64823"/>
      </a:accent3>
      <a:accent4>
        <a:srgbClr val="4D5AFF"/>
      </a:accent4>
      <a:accent5>
        <a:srgbClr val="FE5D21"/>
      </a:accent5>
      <a:accent6>
        <a:srgbClr val="00C777"/>
      </a:accent6>
      <a:hlink>
        <a:srgbClr val="2998E3"/>
      </a:hlink>
      <a:folHlink>
        <a:srgbClr val="939393"/>
      </a:folHlink>
    </a:clrScheme>
    <a:fontScheme name="Gestalt">
      <a:majorFont>
        <a:latin typeface="Bierstadt"/>
        <a:ea typeface=""/>
        <a:cs typeface=""/>
      </a:majorFont>
      <a:minorFont>
        <a:latin typeface="Bierstad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GestaltVTI" id="{4F87C71D-53D1-4B71-BF97-FD0EA4B25665}" vid="{A110AFC4-8D8A-4C02-8885-7BA370B379B5}"/>
    </a:ext>
  </a:extLst>
</a:theme>
</file>

<file path=ppt/theme/theme2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527</Words>
  <Application>Microsoft Office PowerPoint</Application>
  <PresentationFormat>Widescreen</PresentationFormat>
  <Paragraphs>60</Paragraphs>
  <Slides>10</Slides>
  <Notes>9</Notes>
  <HiddenSlides>0</HiddenSlides>
  <MMClips>0</MMClips>
  <ScaleCrop>false</ScaleCrop>
  <HeadingPairs>
    <vt:vector size="6" baseType="variant">
      <vt:variant>
        <vt:lpstr>Caratteri utilizzati</vt:lpstr>
      </vt:variant>
      <vt:variant>
        <vt:i4>3</vt:i4>
      </vt:variant>
      <vt:variant>
        <vt:lpstr>Tema</vt:lpstr>
      </vt:variant>
      <vt:variant>
        <vt:i4>1</vt:i4>
      </vt:variant>
      <vt:variant>
        <vt:lpstr>Titoli diapositive</vt:lpstr>
      </vt:variant>
      <vt:variant>
        <vt:i4>10</vt:i4>
      </vt:variant>
    </vt:vector>
  </HeadingPairs>
  <TitlesOfParts>
    <vt:vector size="14" baseType="lpstr">
      <vt:lpstr>Aptos</vt:lpstr>
      <vt:lpstr>Arial</vt:lpstr>
      <vt:lpstr>Bierstadt</vt:lpstr>
      <vt:lpstr>GestaltVTI</vt:lpstr>
      <vt:lpstr>Police Suggestions</vt:lpstr>
      <vt:lpstr>Struttura della patch</vt:lpstr>
      <vt:lpstr>Cue manager</vt:lpstr>
      <vt:lpstr>Cue I</vt:lpstr>
      <vt:lpstr>Struttura di [poly~]</vt:lpstr>
      <vt:lpstr>Cue II pt. 1</vt:lpstr>
      <vt:lpstr>Cue II pt. 2</vt:lpstr>
      <vt:lpstr>Cue III</vt:lpstr>
      <vt:lpstr>Cue III Package Loss</vt:lpstr>
      <vt:lpstr>Cue IV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Police Suggestions</dc:title>
  <dc:creator>De Iturbe Alessandro</dc:creator>
  <cp:lastModifiedBy>De Iturbe Alessandro</cp:lastModifiedBy>
  <cp:revision>2</cp:revision>
  <dcterms:created xsi:type="dcterms:W3CDTF">2026-01-18T19:36:25Z</dcterms:created>
  <dcterms:modified xsi:type="dcterms:W3CDTF">2026-01-18T21:34:28Z</dcterms:modified>
</cp:coreProperties>
</file>